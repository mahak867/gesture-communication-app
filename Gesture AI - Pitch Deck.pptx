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Quattrocento Sans" charset="-122" pitchFamily="34"/>
      <p:regular r:id="rId17"/>
    </p:embeddedFont>
    <p:embeddedFont>
      <p:font typeface="Hedvig Letters Sans" charset="-122" pitchFamily="34"/>
      <p:regular r:id="rId18"/>
    </p:embeddedFon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c5c316a535eca2042e55aaa4e016e9263c031e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90000"/>
                </a:srgbClr>
              </a:gs>
              <a:gs pos="50000">
                <a:srgbClr val="224C87">
                  <a:alpha val="30000"/>
                </a:srgbClr>
              </a:gs>
              <a:gs pos="100000">
                <a:srgbClr val="000000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2265045" cy="388620"/>
          </a:xfrm>
          <a:custGeom>
            <a:avLst/>
            <a:gdLst/>
            <a:ahLst/>
            <a:cxnLst/>
            <a:rect l="l" t="t" r="r" b="b"/>
            <a:pathLst>
              <a:path w="2265045" h="388620">
                <a:moveTo>
                  <a:pt x="38100" y="0"/>
                </a:moveTo>
                <a:lnTo>
                  <a:pt x="2226945" y="0"/>
                </a:lnTo>
                <a:cubicBezTo>
                  <a:pt x="2247987" y="0"/>
                  <a:pt x="2265045" y="17058"/>
                  <a:pt x="2265045" y="38100"/>
                </a:cubicBezTo>
                <a:lnTo>
                  <a:pt x="2265045" y="350520"/>
                </a:lnTo>
                <a:cubicBezTo>
                  <a:pt x="2265045" y="371562"/>
                  <a:pt x="2247987" y="388620"/>
                  <a:pt x="2226945" y="388620"/>
                </a:cubicBezTo>
                <a:lnTo>
                  <a:pt x="38100" y="388620"/>
                </a:lnTo>
                <a:cubicBezTo>
                  <a:pt x="17058" y="388620"/>
                  <a:pt x="0" y="371562"/>
                  <a:pt x="0" y="3505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 w="10160">
            <a:solidFill>
              <a:srgbClr val="DA383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510540"/>
            <a:ext cx="20228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PROJECT 2025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40167" y="1831658"/>
            <a:ext cx="571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000" b="1" spc="-225" kern="0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Gesture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69855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454480" y="3965258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spc="56" kern="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Silence with Technology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90775" y="4612957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Sign Language to Speech Translation Using Computer Vision &amp; Machine Learning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8833" y="16877"/>
                </a:moveTo>
                <a:lnTo>
                  <a:pt x="36124" y="25003"/>
                </a:lnTo>
                <a:lnTo>
                  <a:pt x="16669" y="25003"/>
                </a:lnTo>
                <a:cubicBezTo>
                  <a:pt x="7475" y="25003"/>
                  <a:pt x="0" y="32478"/>
                  <a:pt x="0" y="41672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16681" y="125016"/>
                </a:lnTo>
                <a:cubicBezTo>
                  <a:pt x="125875" y="125016"/>
                  <a:pt x="133350" y="117541"/>
                  <a:pt x="133350" y="108347"/>
                </a:cubicBezTo>
                <a:lnTo>
                  <a:pt x="133350" y="41672"/>
                </a:lnTo>
                <a:cubicBezTo>
                  <a:pt x="133350" y="32478"/>
                  <a:pt x="125875" y="25003"/>
                  <a:pt x="116681" y="25003"/>
                </a:cubicBezTo>
                <a:lnTo>
                  <a:pt x="97226" y="25003"/>
                </a:lnTo>
                <a:lnTo>
                  <a:pt x="94517" y="16877"/>
                </a:lnTo>
                <a:cubicBezTo>
                  <a:pt x="92824" y="11772"/>
                  <a:pt x="88058" y="8334"/>
                  <a:pt x="82667" y="8334"/>
                </a:cubicBezTo>
                <a:lnTo>
                  <a:pt x="50683" y="8334"/>
                </a:lnTo>
                <a:cubicBezTo>
                  <a:pt x="45292" y="8334"/>
                  <a:pt x="40526" y="11772"/>
                  <a:pt x="38833" y="16877"/>
                </a:cubicBezTo>
                <a:close/>
                <a:moveTo>
                  <a:pt x="66675" y="50006"/>
                </a:moveTo>
                <a:cubicBezTo>
                  <a:pt x="80475" y="50006"/>
                  <a:pt x="91678" y="61210"/>
                  <a:pt x="91678" y="75009"/>
                </a:cubicBezTo>
                <a:cubicBezTo>
                  <a:pt x="91678" y="88809"/>
                  <a:pt x="80475" y="100013"/>
                  <a:pt x="66675" y="100013"/>
                </a:cubicBezTo>
                <a:cubicBezTo>
                  <a:pt x="52875" y="100013"/>
                  <a:pt x="41672" y="88809"/>
                  <a:pt x="41672" y="75009"/>
                </a:cubicBezTo>
                <a:cubicBezTo>
                  <a:pt x="41672" y="61210"/>
                  <a:pt x="52875" y="50006"/>
                  <a:pt x="66675" y="50006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1" name="Text 8"/>
          <p:cNvSpPr/>
          <p:nvPr/>
        </p:nvSpPr>
        <p:spPr>
          <a:xfrm>
            <a:off x="623888" y="62865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839159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3" name="Text 10"/>
          <p:cNvSpPr/>
          <p:nvPr/>
        </p:nvSpPr>
        <p:spPr>
          <a:xfrm>
            <a:off x="2062996" y="62865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07675" y="6315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38976" y="8465"/>
                </a:moveTo>
                <a:cubicBezTo>
                  <a:pt x="136293" y="6277"/>
                  <a:pt x="132360" y="6694"/>
                  <a:pt x="130173" y="9376"/>
                </a:cubicBezTo>
                <a:cubicBezTo>
                  <a:pt x="127985" y="12059"/>
                  <a:pt x="128401" y="15992"/>
                  <a:pt x="131084" y="18179"/>
                </a:cubicBezTo>
                <a:cubicBezTo>
                  <a:pt x="145200" y="29639"/>
                  <a:pt x="154186" y="47089"/>
                  <a:pt x="154186" y="66675"/>
                </a:cubicBezTo>
                <a:cubicBezTo>
                  <a:pt x="154186" y="86261"/>
                  <a:pt x="145200" y="103711"/>
                  <a:pt x="131084" y="115197"/>
                </a:cubicBezTo>
                <a:cubicBezTo>
                  <a:pt x="128401" y="117384"/>
                  <a:pt x="128011" y="121317"/>
                  <a:pt x="130173" y="124000"/>
                </a:cubicBezTo>
                <a:cubicBezTo>
                  <a:pt x="132334" y="126683"/>
                  <a:pt x="136293" y="127073"/>
                  <a:pt x="138976" y="124911"/>
                </a:cubicBezTo>
                <a:cubicBezTo>
                  <a:pt x="155879" y="111134"/>
                  <a:pt x="166688" y="90168"/>
                  <a:pt x="166688" y="66675"/>
                </a:cubicBezTo>
                <a:cubicBezTo>
                  <a:pt x="166688" y="43182"/>
                  <a:pt x="155879" y="22190"/>
                  <a:pt x="138976" y="8465"/>
                </a:cubicBezTo>
                <a:close/>
                <a:moveTo>
                  <a:pt x="123219" y="27868"/>
                </a:moveTo>
                <a:cubicBezTo>
                  <a:pt x="120536" y="25680"/>
                  <a:pt x="116603" y="26097"/>
                  <a:pt x="114415" y="28780"/>
                </a:cubicBezTo>
                <a:cubicBezTo>
                  <a:pt x="112228" y="31462"/>
                  <a:pt x="112644" y="35395"/>
                  <a:pt x="115327" y="37583"/>
                </a:cubicBezTo>
                <a:cubicBezTo>
                  <a:pt x="123792" y="44459"/>
                  <a:pt x="129183" y="54929"/>
                  <a:pt x="129183" y="66675"/>
                </a:cubicBezTo>
                <a:cubicBezTo>
                  <a:pt x="129183" y="78421"/>
                  <a:pt x="123792" y="88891"/>
                  <a:pt x="115327" y="95793"/>
                </a:cubicBezTo>
                <a:cubicBezTo>
                  <a:pt x="112644" y="97981"/>
                  <a:pt x="112254" y="101914"/>
                  <a:pt x="114415" y="104596"/>
                </a:cubicBezTo>
                <a:cubicBezTo>
                  <a:pt x="116577" y="107279"/>
                  <a:pt x="120536" y="107670"/>
                  <a:pt x="123219" y="105508"/>
                </a:cubicBezTo>
                <a:cubicBezTo>
                  <a:pt x="134470" y="96340"/>
                  <a:pt x="141684" y="82354"/>
                  <a:pt x="141684" y="66701"/>
                </a:cubicBezTo>
                <a:cubicBezTo>
                  <a:pt x="141684" y="51048"/>
                  <a:pt x="134470" y="37062"/>
                  <a:pt x="123219" y="27894"/>
                </a:cubicBezTo>
                <a:close/>
                <a:moveTo>
                  <a:pt x="107461" y="47272"/>
                </a:moveTo>
                <a:cubicBezTo>
                  <a:pt x="104779" y="45084"/>
                  <a:pt x="100846" y="45500"/>
                  <a:pt x="98658" y="48183"/>
                </a:cubicBezTo>
                <a:cubicBezTo>
                  <a:pt x="96470" y="50866"/>
                  <a:pt x="96887" y="54799"/>
                  <a:pt x="99570" y="56986"/>
                </a:cubicBezTo>
                <a:cubicBezTo>
                  <a:pt x="102383" y="59278"/>
                  <a:pt x="104180" y="62768"/>
                  <a:pt x="104180" y="66675"/>
                </a:cubicBezTo>
                <a:cubicBezTo>
                  <a:pt x="104180" y="70582"/>
                  <a:pt x="102383" y="74072"/>
                  <a:pt x="99570" y="76390"/>
                </a:cubicBezTo>
                <a:cubicBezTo>
                  <a:pt x="96887" y="78578"/>
                  <a:pt x="96496" y="82510"/>
                  <a:pt x="98658" y="85193"/>
                </a:cubicBezTo>
                <a:cubicBezTo>
                  <a:pt x="100820" y="87876"/>
                  <a:pt x="104779" y="88266"/>
                  <a:pt x="107461" y="86105"/>
                </a:cubicBezTo>
                <a:cubicBezTo>
                  <a:pt x="113061" y="81495"/>
                  <a:pt x="116681" y="74515"/>
                  <a:pt x="116681" y="66675"/>
                </a:cubicBezTo>
                <a:cubicBezTo>
                  <a:pt x="116681" y="58835"/>
                  <a:pt x="113061" y="51855"/>
                  <a:pt x="107461" y="47272"/>
                </a:cubicBezTo>
                <a:close/>
                <a:moveTo>
                  <a:pt x="20836" y="91678"/>
                </a:moveTo>
                <a:lnTo>
                  <a:pt x="33337" y="91678"/>
                </a:lnTo>
                <a:lnTo>
                  <a:pt x="68264" y="122724"/>
                </a:lnTo>
                <a:cubicBezTo>
                  <a:pt x="69931" y="124208"/>
                  <a:pt x="72066" y="125016"/>
                  <a:pt x="74280" y="125016"/>
                </a:cubicBezTo>
                <a:cubicBezTo>
                  <a:pt x="79281" y="125016"/>
                  <a:pt x="83344" y="120953"/>
                  <a:pt x="83344" y="115952"/>
                </a:cubicBezTo>
                <a:lnTo>
                  <a:pt x="83344" y="17398"/>
                </a:lnTo>
                <a:cubicBezTo>
                  <a:pt x="83344" y="12397"/>
                  <a:pt x="79281" y="8334"/>
                  <a:pt x="74280" y="8334"/>
                </a:cubicBezTo>
                <a:cubicBezTo>
                  <a:pt x="72066" y="8334"/>
                  <a:pt x="69931" y="9142"/>
                  <a:pt x="68264" y="10626"/>
                </a:cubicBezTo>
                <a:lnTo>
                  <a:pt x="33337" y="41672"/>
                </a:lnTo>
                <a:lnTo>
                  <a:pt x="20836" y="41672"/>
                </a:lnTo>
                <a:cubicBezTo>
                  <a:pt x="13934" y="41672"/>
                  <a:pt x="8334" y="47272"/>
                  <a:pt x="8334" y="54173"/>
                </a:cubicBezTo>
                <a:lnTo>
                  <a:pt x="8334" y="79177"/>
                </a:lnTo>
                <a:cubicBezTo>
                  <a:pt x="8334" y="86078"/>
                  <a:pt x="13934" y="91678"/>
                  <a:pt x="20836" y="91678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5" name="Text 12"/>
          <p:cNvSpPr/>
          <p:nvPr/>
        </p:nvSpPr>
        <p:spPr>
          <a:xfrm>
            <a:off x="3548182" y="62865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5E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556432" y="62865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Next.js • MediaPipe • Web Speech API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481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World Without Voice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1430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barriers create social isolation for millions of non-verbal individuals worldwide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642110"/>
            <a:ext cx="5589270" cy="1722120"/>
          </a:xfrm>
          <a:custGeom>
            <a:avLst/>
            <a:gdLst/>
            <a:ahLst/>
            <a:cxnLst/>
            <a:rect l="l" t="t" r="r" b="b"/>
            <a:pathLst>
              <a:path w="5589270" h="1722120">
                <a:moveTo>
                  <a:pt x="76204" y="0"/>
                </a:moveTo>
                <a:lnTo>
                  <a:pt x="5513066" y="0"/>
                </a:lnTo>
                <a:cubicBezTo>
                  <a:pt x="5555152" y="0"/>
                  <a:pt x="5589270" y="34118"/>
                  <a:pt x="5589270" y="76204"/>
                </a:cubicBezTo>
                <a:lnTo>
                  <a:pt x="5589270" y="1645916"/>
                </a:lnTo>
                <a:cubicBezTo>
                  <a:pt x="5589270" y="1688002"/>
                  <a:pt x="5555152" y="1722120"/>
                  <a:pt x="551306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5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8364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2945" y="198882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32593" y="-11117"/>
                </a:moveTo>
                <a:cubicBezTo>
                  <a:pt x="28396" y="-15314"/>
                  <a:pt x="21610" y="-15314"/>
                  <a:pt x="17458" y="-11117"/>
                </a:cubicBezTo>
                <a:cubicBezTo>
                  <a:pt x="13305" y="-6921"/>
                  <a:pt x="13261" y="-134"/>
                  <a:pt x="17413" y="4063"/>
                </a:cubicBezTo>
                <a:lnTo>
                  <a:pt x="253157" y="239807"/>
                </a:lnTo>
                <a:cubicBezTo>
                  <a:pt x="257354" y="244004"/>
                  <a:pt x="264140" y="244004"/>
                  <a:pt x="268292" y="239807"/>
                </a:cubicBezTo>
                <a:cubicBezTo>
                  <a:pt x="272445" y="235610"/>
                  <a:pt x="272489" y="228823"/>
                  <a:pt x="268292" y="224671"/>
                </a:cubicBezTo>
                <a:lnTo>
                  <a:pt x="143679" y="100013"/>
                </a:lnTo>
                <a:cubicBezTo>
                  <a:pt x="168950" y="99566"/>
                  <a:pt x="189309" y="78938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515" y="7144"/>
                  <a:pt x="96887" y="27503"/>
                  <a:pt x="96441" y="52774"/>
                </a:cubicBezTo>
                <a:lnTo>
                  <a:pt x="32593" y="-11117"/>
                </a:lnTo>
                <a:close/>
                <a:moveTo>
                  <a:pt x="228600" y="128588"/>
                </a:moveTo>
                <a:cubicBezTo>
                  <a:pt x="220920" y="128588"/>
                  <a:pt x="213553" y="130106"/>
                  <a:pt x="206856" y="132874"/>
                </a:cubicBezTo>
                <a:lnTo>
                  <a:pt x="282759" y="208776"/>
                </a:lnTo>
                <a:cubicBezTo>
                  <a:pt x="284634" y="206365"/>
                  <a:pt x="285750" y="203329"/>
                  <a:pt x="285750" y="200025"/>
                </a:cubicBezTo>
                <a:lnTo>
                  <a:pt x="285750" y="185738"/>
                </a:lnTo>
                <a:cubicBezTo>
                  <a:pt x="285750" y="154171"/>
                  <a:pt x="260166" y="128588"/>
                  <a:pt x="228600" y="128588"/>
                </a:cubicBezTo>
                <a:close/>
                <a:moveTo>
                  <a:pt x="26744" y="43622"/>
                </a:moveTo>
                <a:cubicBezTo>
                  <a:pt x="17145" y="49203"/>
                  <a:pt x="10716" y="59561"/>
                  <a:pt x="10716" y="71438"/>
                </a:cubicBezTo>
                <a:cubicBezTo>
                  <a:pt x="10716" y="89208"/>
                  <a:pt x="25092" y="103584"/>
                  <a:pt x="42863" y="103584"/>
                </a:cubicBezTo>
                <a:cubicBezTo>
                  <a:pt x="54739" y="103584"/>
                  <a:pt x="65097" y="97155"/>
                  <a:pt x="70678" y="87556"/>
                </a:cubicBezTo>
                <a:lnTo>
                  <a:pt x="26744" y="43622"/>
                </a:lnTo>
                <a:close/>
                <a:moveTo>
                  <a:pt x="111710" y="128588"/>
                </a:moveTo>
                <a:cubicBezTo>
                  <a:pt x="87868" y="140151"/>
                  <a:pt x="71438" y="164619"/>
                  <a:pt x="71438" y="192881"/>
                </a:cubicBez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97435" y="214313"/>
                </a:lnTo>
                <a:lnTo>
                  <a:pt x="111710" y="128588"/>
                </a:lnTo>
                <a:close/>
                <a:moveTo>
                  <a:pt x="57150" y="128588"/>
                </a:moveTo>
                <a:cubicBezTo>
                  <a:pt x="25584" y="128588"/>
                  <a:pt x="0" y="154171"/>
                  <a:pt x="0" y="185738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9" name="Text 7"/>
          <p:cNvSpPr/>
          <p:nvPr/>
        </p:nvSpPr>
        <p:spPr>
          <a:xfrm>
            <a:off x="1264920" y="183642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Isolation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4920" y="2179320"/>
            <a:ext cx="45910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Non-verbal individuals face significant barriers in everyday communication—ordering food, asking for directions, or expressing emotions become daily challenges that lead to social exclusion and dependency.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524250"/>
            <a:ext cx="5589270" cy="1474470"/>
          </a:xfrm>
          <a:custGeom>
            <a:avLst/>
            <a:gdLst/>
            <a:ahLst/>
            <a:cxnLst/>
            <a:rect l="l" t="t" r="r" b="b"/>
            <a:pathLst>
              <a:path w="5589270" h="1474470">
                <a:moveTo>
                  <a:pt x="76201" y="0"/>
                </a:moveTo>
                <a:lnTo>
                  <a:pt x="5513069" y="0"/>
                </a:lnTo>
                <a:cubicBezTo>
                  <a:pt x="5555154" y="0"/>
                  <a:pt x="5589270" y="34116"/>
                  <a:pt x="5589270" y="76201"/>
                </a:cubicBezTo>
                <a:lnTo>
                  <a:pt x="5589270" y="1398269"/>
                </a:lnTo>
                <a:cubicBezTo>
                  <a:pt x="5589270" y="1440354"/>
                  <a:pt x="5555154" y="1474470"/>
                  <a:pt x="551306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5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20" y="37185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233" y="387096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4" name="Text 12"/>
          <p:cNvSpPr/>
          <p:nvPr/>
        </p:nvSpPr>
        <p:spPr>
          <a:xfrm>
            <a:off x="1264920" y="371856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Steep Learning Curve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4920" y="406146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sign language requires months of dedicated practice with limited feedback mechanisms. Without real-time correction, students struggle to master precise hand positioning and movement.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5158741"/>
            <a:ext cx="5589270" cy="1474470"/>
          </a:xfrm>
          <a:custGeom>
            <a:avLst/>
            <a:gdLst/>
            <a:ahLst/>
            <a:cxnLst/>
            <a:rect l="l" t="t" r="r" b="b"/>
            <a:pathLst>
              <a:path w="5589270" h="1474470">
                <a:moveTo>
                  <a:pt x="76201" y="0"/>
                </a:moveTo>
                <a:lnTo>
                  <a:pt x="5513069" y="0"/>
                </a:lnTo>
                <a:cubicBezTo>
                  <a:pt x="5555154" y="0"/>
                  <a:pt x="5589270" y="34116"/>
                  <a:pt x="5589270" y="76201"/>
                </a:cubicBezTo>
                <a:lnTo>
                  <a:pt x="5589270" y="1398269"/>
                </a:lnTo>
                <a:cubicBezTo>
                  <a:pt x="5589270" y="1440354"/>
                  <a:pt x="5555154" y="1474470"/>
                  <a:pt x="5513069" y="1474470"/>
                </a:cubicBezTo>
                <a:lnTo>
                  <a:pt x="76201" y="1474470"/>
                </a:lnTo>
                <a:cubicBezTo>
                  <a:pt x="34116" y="1474470"/>
                  <a:pt x="0" y="1440354"/>
                  <a:pt x="0" y="139826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5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120" y="5353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7233" y="55054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57150"/>
                </a:moveTo>
                <a:cubicBezTo>
                  <a:pt x="28575" y="29551"/>
                  <a:pt x="50982" y="7144"/>
                  <a:pt x="78581" y="7144"/>
                </a:cubicBezTo>
                <a:cubicBezTo>
                  <a:pt x="106180" y="7144"/>
                  <a:pt x="128588" y="29551"/>
                  <a:pt x="128588" y="57150"/>
                </a:cubicBezTo>
                <a:cubicBezTo>
                  <a:pt x="128588" y="84749"/>
                  <a:pt x="106180" y="107156"/>
                  <a:pt x="78581" y="107156"/>
                </a:cubicBezTo>
                <a:cubicBezTo>
                  <a:pt x="50982" y="107156"/>
                  <a:pt x="28575" y="84749"/>
                  <a:pt x="28575" y="57150"/>
                </a:cubicBezTo>
                <a:close/>
                <a:moveTo>
                  <a:pt x="0" y="207169"/>
                </a:moveTo>
                <a:cubicBezTo>
                  <a:pt x="0" y="163770"/>
                  <a:pt x="35183" y="128588"/>
                  <a:pt x="78581" y="128588"/>
                </a:cubicBezTo>
                <a:cubicBezTo>
                  <a:pt x="121980" y="128588"/>
                  <a:pt x="157163" y="163770"/>
                  <a:pt x="157163" y="207169"/>
                </a:cubicBezTo>
                <a:lnTo>
                  <a:pt x="157163" y="209848"/>
                </a:lnTo>
                <a:cubicBezTo>
                  <a:pt x="157163" y="220206"/>
                  <a:pt x="148769" y="228600"/>
                  <a:pt x="138410" y="228600"/>
                </a:cubicBezTo>
                <a:lnTo>
                  <a:pt x="18752" y="228600"/>
                </a:lnTo>
                <a:cubicBezTo>
                  <a:pt x="8394" y="228600"/>
                  <a:pt x="0" y="220206"/>
                  <a:pt x="0" y="209848"/>
                </a:cubicBezTo>
                <a:lnTo>
                  <a:pt x="0" y="207169"/>
                </a:lnTo>
                <a:close/>
                <a:moveTo>
                  <a:pt x="192881" y="28575"/>
                </a:moveTo>
                <a:cubicBezTo>
                  <a:pt x="216538" y="28575"/>
                  <a:pt x="235744" y="47781"/>
                  <a:pt x="235744" y="71438"/>
                </a:cubicBezTo>
                <a:cubicBezTo>
                  <a:pt x="235744" y="95094"/>
                  <a:pt x="216538" y="114300"/>
                  <a:pt x="192881" y="114300"/>
                </a:cubicBezTo>
                <a:cubicBezTo>
                  <a:pt x="169225" y="114300"/>
                  <a:pt x="150019" y="95094"/>
                  <a:pt x="150019" y="71438"/>
                </a:cubicBezTo>
                <a:cubicBezTo>
                  <a:pt x="150019" y="47781"/>
                  <a:pt x="169225" y="28575"/>
                  <a:pt x="192881" y="28575"/>
                </a:cubicBezTo>
                <a:close/>
                <a:moveTo>
                  <a:pt x="192881" y="135731"/>
                </a:moveTo>
                <a:cubicBezTo>
                  <a:pt x="228377" y="135731"/>
                  <a:pt x="257175" y="164529"/>
                  <a:pt x="257175" y="200025"/>
                </a:cubicBezTo>
                <a:lnTo>
                  <a:pt x="257175" y="210026"/>
                </a:lnTo>
                <a:cubicBezTo>
                  <a:pt x="257175" y="220295"/>
                  <a:pt x="248870" y="228600"/>
                  <a:pt x="238601" y="228600"/>
                </a:cubicBezTo>
                <a:lnTo>
                  <a:pt x="173950" y="228600"/>
                </a:lnTo>
                <a:cubicBezTo>
                  <a:pt x="176897" y="223019"/>
                  <a:pt x="178594" y="216634"/>
                  <a:pt x="178594" y="209848"/>
                </a:cubicBezTo>
                <a:lnTo>
                  <a:pt x="178594" y="207169"/>
                </a:lnTo>
                <a:cubicBezTo>
                  <a:pt x="178594" y="184175"/>
                  <a:pt x="170825" y="163011"/>
                  <a:pt x="157832" y="146134"/>
                </a:cubicBezTo>
                <a:cubicBezTo>
                  <a:pt x="167923" y="139571"/>
                  <a:pt x="179978" y="135731"/>
                  <a:pt x="192881" y="135731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9" name="Text 17"/>
          <p:cNvSpPr/>
          <p:nvPr/>
        </p:nvSpPr>
        <p:spPr>
          <a:xfrm>
            <a:off x="1264920" y="53530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Interpreter Dependency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4920" y="5695950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interpreters are expensive and not always available. This creates barriers to education, healthcare, and employment opportunities for the non-verbal community.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4110" y="1642110"/>
            <a:ext cx="5589270" cy="4065270"/>
          </a:xfrm>
          <a:custGeom>
            <a:avLst/>
            <a:gdLst/>
            <a:ahLst/>
            <a:cxnLst/>
            <a:rect l="l" t="t" r="r" b="b"/>
            <a:pathLst>
              <a:path w="5589270" h="4065270">
                <a:moveTo>
                  <a:pt x="76183" y="0"/>
                </a:moveTo>
                <a:lnTo>
                  <a:pt x="5513087" y="0"/>
                </a:lnTo>
                <a:cubicBezTo>
                  <a:pt x="5555162" y="0"/>
                  <a:pt x="5589270" y="34108"/>
                  <a:pt x="5589270" y="76183"/>
                </a:cubicBezTo>
                <a:lnTo>
                  <a:pt x="5589270" y="3989087"/>
                </a:lnTo>
                <a:cubicBezTo>
                  <a:pt x="5589270" y="4031162"/>
                  <a:pt x="5555162" y="4065270"/>
                  <a:pt x="5513087" y="4065270"/>
                </a:cubicBezTo>
                <a:lnTo>
                  <a:pt x="76183" y="4065270"/>
                </a:lnTo>
                <a:cubicBezTo>
                  <a:pt x="34108" y="4065270"/>
                  <a:pt x="0" y="4031162"/>
                  <a:pt x="0" y="3989087"/>
                </a:cubicBezTo>
                <a:lnTo>
                  <a:pt x="0" y="76183"/>
                </a:lnTo>
                <a:cubicBezTo>
                  <a:pt x="0" y="34108"/>
                  <a:pt x="34108" y="0"/>
                  <a:pt x="76183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2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5095" y="19125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23" name="Text 21"/>
          <p:cNvSpPr/>
          <p:nvPr/>
        </p:nvSpPr>
        <p:spPr>
          <a:xfrm>
            <a:off x="6732270" y="187452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2461142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Assistive Technology Market 2024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91800" y="2369701"/>
            <a:ext cx="112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$33.25B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2788801"/>
            <a:ext cx="5124450" cy="114300"/>
          </a:xfrm>
          <a:custGeom>
            <a:avLst/>
            <a:gdLst/>
            <a:ahLst/>
            <a:cxnLst/>
            <a:rect l="l" t="t" r="r" b="b"/>
            <a:pathLst>
              <a:path w="5124450" h="114300">
                <a:moveTo>
                  <a:pt x="57150" y="0"/>
                </a:moveTo>
                <a:lnTo>
                  <a:pt x="5067300" y="0"/>
                </a:lnTo>
                <a:cubicBezTo>
                  <a:pt x="5098842" y="0"/>
                  <a:pt x="5124450" y="25608"/>
                  <a:pt x="5124450" y="57150"/>
                </a:cubicBezTo>
                <a:lnTo>
                  <a:pt x="5124450" y="57150"/>
                </a:lnTo>
                <a:cubicBezTo>
                  <a:pt x="5124450" y="88692"/>
                  <a:pt x="5098842" y="114300"/>
                  <a:pt x="506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46520" y="2788801"/>
            <a:ext cx="1790700" cy="114300"/>
          </a:xfrm>
          <a:custGeom>
            <a:avLst/>
            <a:gdLst/>
            <a:ahLst/>
            <a:cxnLst/>
            <a:rect l="l" t="t" r="r" b="b"/>
            <a:pathLst>
              <a:path w="1790700" h="114300">
                <a:moveTo>
                  <a:pt x="57150" y="0"/>
                </a:moveTo>
                <a:lnTo>
                  <a:pt x="1733550" y="0"/>
                </a:lnTo>
                <a:cubicBezTo>
                  <a:pt x="1765092" y="0"/>
                  <a:pt x="1790700" y="25608"/>
                  <a:pt x="1790700" y="57150"/>
                </a:cubicBezTo>
                <a:lnTo>
                  <a:pt x="1790700" y="57150"/>
                </a:lnTo>
                <a:cubicBezTo>
                  <a:pt x="1790700" y="88692"/>
                  <a:pt x="1765092" y="114300"/>
                  <a:pt x="1733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6446520" y="3146942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Market 2035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66083" y="3055501"/>
            <a:ext cx="1152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$96.99B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6520" y="3474601"/>
            <a:ext cx="5124450" cy="114300"/>
          </a:xfrm>
          <a:custGeom>
            <a:avLst/>
            <a:gdLst/>
            <a:ahLst/>
            <a:cxnLst/>
            <a:rect l="l" t="t" r="r" b="b"/>
            <a:pathLst>
              <a:path w="5124450" h="114300">
                <a:moveTo>
                  <a:pt x="57150" y="0"/>
                </a:moveTo>
                <a:lnTo>
                  <a:pt x="5067300" y="0"/>
                </a:lnTo>
                <a:cubicBezTo>
                  <a:pt x="5098842" y="0"/>
                  <a:pt x="5124450" y="25608"/>
                  <a:pt x="5124450" y="57150"/>
                </a:cubicBezTo>
                <a:lnTo>
                  <a:pt x="5124450" y="57150"/>
                </a:lnTo>
                <a:cubicBezTo>
                  <a:pt x="5124450" y="88692"/>
                  <a:pt x="5098842" y="114300"/>
                  <a:pt x="506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46520" y="3474601"/>
            <a:ext cx="5124450" cy="114300"/>
          </a:xfrm>
          <a:custGeom>
            <a:avLst/>
            <a:gdLst/>
            <a:ahLst/>
            <a:cxnLst/>
            <a:rect l="l" t="t" r="r" b="b"/>
            <a:pathLst>
              <a:path w="5124450" h="114300">
                <a:moveTo>
                  <a:pt x="57150" y="0"/>
                </a:moveTo>
                <a:lnTo>
                  <a:pt x="5067300" y="0"/>
                </a:lnTo>
                <a:cubicBezTo>
                  <a:pt x="5098842" y="0"/>
                  <a:pt x="5124450" y="25608"/>
                  <a:pt x="5124450" y="57150"/>
                </a:cubicBezTo>
                <a:lnTo>
                  <a:pt x="5124450" y="57150"/>
                </a:lnTo>
                <a:cubicBezTo>
                  <a:pt x="5124450" y="88692"/>
                  <a:pt x="5098842" y="114300"/>
                  <a:pt x="506730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6446520" y="3745111"/>
            <a:ext cx="5124450" cy="7620"/>
          </a:xfrm>
          <a:custGeom>
            <a:avLst/>
            <a:gdLst/>
            <a:ahLst/>
            <a:cxnLst/>
            <a:rect l="l" t="t" r="r" b="b"/>
            <a:pathLst>
              <a:path w="5124450" h="7620">
                <a:moveTo>
                  <a:pt x="0" y="0"/>
                </a:moveTo>
                <a:lnTo>
                  <a:pt x="5124450" y="0"/>
                </a:lnTo>
                <a:lnTo>
                  <a:pt x="5124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977521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CAGR (2025-2035)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33341" y="3901321"/>
            <a:ext cx="1209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10.22%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50330" y="4438531"/>
            <a:ext cx="5122545" cy="617220"/>
          </a:xfrm>
          <a:custGeom>
            <a:avLst/>
            <a:gdLst/>
            <a:ahLst/>
            <a:cxnLst/>
            <a:rect l="l" t="t" r="r" b="b"/>
            <a:pathLst>
              <a:path w="5122545" h="617220">
                <a:moveTo>
                  <a:pt x="38101" y="0"/>
                </a:moveTo>
                <a:lnTo>
                  <a:pt x="5084444" y="0"/>
                </a:lnTo>
                <a:cubicBezTo>
                  <a:pt x="5105487" y="0"/>
                  <a:pt x="5122545" y="17058"/>
                  <a:pt x="5122545" y="38101"/>
                </a:cubicBezTo>
                <a:lnTo>
                  <a:pt x="5122545" y="579119"/>
                </a:lnTo>
                <a:cubicBezTo>
                  <a:pt x="5122545" y="600162"/>
                  <a:pt x="5105487" y="617220"/>
                  <a:pt x="5084444" y="617220"/>
                </a:cubicBezTo>
                <a:lnTo>
                  <a:pt x="38101" y="617220"/>
                </a:lnTo>
                <a:cubicBezTo>
                  <a:pt x="17058" y="617220"/>
                  <a:pt x="0" y="600162"/>
                  <a:pt x="0" y="57911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A3832">
              <a:alpha val="10196"/>
            </a:srgbClr>
          </a:solidFill>
          <a:ln w="10160">
            <a:solidFill>
              <a:srgbClr val="DA3832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7490" y="457950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7" name="Text 35"/>
          <p:cNvSpPr/>
          <p:nvPr/>
        </p:nvSpPr>
        <p:spPr>
          <a:xfrm>
            <a:off x="6797040" y="4556642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Assistance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fastest-growing segment in assistive technology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4110" y="5863591"/>
            <a:ext cx="5589270" cy="769620"/>
          </a:xfrm>
          <a:custGeom>
            <a:avLst/>
            <a:gdLst/>
            <a:ahLst/>
            <a:cxnLst/>
            <a:rect l="l" t="t" r="r" b="b"/>
            <a:pathLst>
              <a:path w="5589270" h="769620">
                <a:moveTo>
                  <a:pt x="76200" y="0"/>
                </a:moveTo>
                <a:lnTo>
                  <a:pt x="5513070" y="0"/>
                </a:lnTo>
                <a:cubicBezTo>
                  <a:pt x="5555154" y="0"/>
                  <a:pt x="5589270" y="34116"/>
                  <a:pt x="5589270" y="76200"/>
                </a:cubicBezTo>
                <a:lnTo>
                  <a:pt x="5589270" y="693420"/>
                </a:lnTo>
                <a:cubicBezTo>
                  <a:pt x="5589270" y="735504"/>
                  <a:pt x="5555154" y="769620"/>
                  <a:pt x="55130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33333">
              <a:alpha val="30196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5082" y="6153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0" name="Text 38"/>
          <p:cNvSpPr/>
          <p:nvPr/>
        </p:nvSpPr>
        <p:spPr>
          <a:xfrm>
            <a:off x="6632853" y="6019800"/>
            <a:ext cx="5095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accessible, real-time, web-based sign language translator exists that works across all devices without installation.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2343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Gesture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1049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sign language translation powered by cutting-edge 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" y="1569720"/>
            <a:ext cx="6149340" cy="2386965"/>
          </a:xfrm>
          <a:custGeom>
            <a:avLst/>
            <a:gdLst/>
            <a:ahLst/>
            <a:cxnLst/>
            <a:rect l="l" t="t" r="r" b="b"/>
            <a:pathLst>
              <a:path w="6149340" h="2386965">
                <a:moveTo>
                  <a:pt x="114312" y="0"/>
                </a:moveTo>
                <a:lnTo>
                  <a:pt x="6035028" y="0"/>
                </a:lnTo>
                <a:cubicBezTo>
                  <a:pt x="6098161" y="0"/>
                  <a:pt x="6149340" y="51179"/>
                  <a:pt x="6149340" y="114312"/>
                </a:cubicBezTo>
                <a:lnTo>
                  <a:pt x="6149340" y="2272653"/>
                </a:lnTo>
                <a:cubicBezTo>
                  <a:pt x="6149340" y="2335786"/>
                  <a:pt x="6098161" y="2386965"/>
                  <a:pt x="6035028" y="2386965"/>
                </a:cubicBezTo>
                <a:lnTo>
                  <a:pt x="114312" y="2386965"/>
                </a:lnTo>
                <a:cubicBezTo>
                  <a:pt x="51179" y="2386965"/>
                  <a:pt x="0" y="2335786"/>
                  <a:pt x="0" y="227265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2032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40" y="19632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9146" y="212514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7981"/>
                  <a:pt x="152753" y="0"/>
                  <a:pt x="142875" y="0"/>
                </a:cubicBezTo>
                <a:cubicBezTo>
                  <a:pt x="132997" y="0"/>
                  <a:pt x="125016" y="7981"/>
                  <a:pt x="125016" y="17859"/>
                </a:cubicBezTo>
                <a:lnTo>
                  <a:pt x="125016" y="133945"/>
                </a:lnTo>
                <a:cubicBezTo>
                  <a:pt x="125016" y="138857"/>
                  <a:pt x="120997" y="142875"/>
                  <a:pt x="116086" y="142875"/>
                </a:cubicBezTo>
                <a:cubicBezTo>
                  <a:pt x="111175" y="142875"/>
                  <a:pt x="107156" y="138857"/>
                  <a:pt x="107156" y="133945"/>
                </a:cubicBezTo>
                <a:lnTo>
                  <a:pt x="107156" y="35719"/>
                </a:lnTo>
                <a:cubicBezTo>
                  <a:pt x="107156" y="25840"/>
                  <a:pt x="99175" y="17859"/>
                  <a:pt x="89297" y="17859"/>
                </a:cubicBezTo>
                <a:cubicBezTo>
                  <a:pt x="79418" y="17859"/>
                  <a:pt x="71438" y="25840"/>
                  <a:pt x="71438" y="35719"/>
                </a:cubicBezTo>
                <a:lnTo>
                  <a:pt x="71438" y="187523"/>
                </a:lnTo>
                <a:cubicBezTo>
                  <a:pt x="71438" y="188361"/>
                  <a:pt x="71438" y="189254"/>
                  <a:pt x="71493" y="190091"/>
                </a:cubicBezTo>
                <a:lnTo>
                  <a:pt x="37728" y="157944"/>
                </a:lnTo>
                <a:cubicBezTo>
                  <a:pt x="28798" y="149461"/>
                  <a:pt x="14678" y="149796"/>
                  <a:pt x="6139" y="158725"/>
                </a:cubicBezTo>
                <a:cubicBezTo>
                  <a:pt x="-2400" y="167655"/>
                  <a:pt x="-2009" y="181775"/>
                  <a:pt x="6921" y="190314"/>
                </a:cubicBezTo>
                <a:lnTo>
                  <a:pt x="69652" y="250031"/>
                </a:lnTo>
                <a:cubicBezTo>
                  <a:pt x="93706" y="272969"/>
                  <a:pt x="125685" y="285750"/>
                  <a:pt x="158948" y="285750"/>
                </a:cubicBezTo>
                <a:lnTo>
                  <a:pt x="169664" y="285750"/>
                </a:lnTo>
                <a:cubicBezTo>
                  <a:pt x="223912" y="285750"/>
                  <a:pt x="267891" y="241771"/>
                  <a:pt x="267891" y="187523"/>
                </a:cubicBezTo>
                <a:lnTo>
                  <a:pt x="267891" y="71438"/>
                </a:lnTo>
                <a:cubicBezTo>
                  <a:pt x="267891" y="61559"/>
                  <a:pt x="259910" y="53578"/>
                  <a:pt x="250031" y="53578"/>
                </a:cubicBezTo>
                <a:cubicBezTo>
                  <a:pt x="240153" y="53578"/>
                  <a:pt x="232172" y="61559"/>
                  <a:pt x="232172" y="71438"/>
                </a:cubicBezTo>
                <a:lnTo>
                  <a:pt x="232172" y="133945"/>
                </a:lnTo>
                <a:cubicBezTo>
                  <a:pt x="232172" y="138857"/>
                  <a:pt x="228154" y="142875"/>
                  <a:pt x="223242" y="142875"/>
                </a:cubicBezTo>
                <a:cubicBezTo>
                  <a:pt x="218331" y="142875"/>
                  <a:pt x="214313" y="138857"/>
                  <a:pt x="214313" y="133945"/>
                </a:cubicBezTo>
                <a:lnTo>
                  <a:pt x="214313" y="35719"/>
                </a:lnTo>
                <a:cubicBezTo>
                  <a:pt x="214313" y="25840"/>
                  <a:pt x="206332" y="17859"/>
                  <a:pt x="196453" y="17859"/>
                </a:cubicBezTo>
                <a:cubicBezTo>
                  <a:pt x="186575" y="17859"/>
                  <a:pt x="178594" y="25840"/>
                  <a:pt x="178594" y="35719"/>
                </a:cubicBezTo>
                <a:lnTo>
                  <a:pt x="178594" y="133945"/>
                </a:lnTo>
                <a:cubicBezTo>
                  <a:pt x="178594" y="138857"/>
                  <a:pt x="174575" y="142875"/>
                  <a:pt x="169664" y="142875"/>
                </a:cubicBezTo>
                <a:cubicBezTo>
                  <a:pt x="164753" y="142875"/>
                  <a:pt x="160734" y="138857"/>
                  <a:pt x="160734" y="133945"/>
                </a:cubicBezTo>
                <a:lnTo>
                  <a:pt x="160734" y="1785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86840" y="1982272"/>
            <a:ext cx="289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Translation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6840" y="2325172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Zero-latency sign-to-speech conversion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40" y="2725222"/>
            <a:ext cx="5762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Gesture AI uses your device's camera to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instantly recognize hand signs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convert them into natural, audible speech. No delays, no waiting—just seamless communication.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4118491"/>
            <a:ext cx="2998470" cy="1188720"/>
          </a:xfrm>
          <a:custGeom>
            <a:avLst/>
            <a:gdLst/>
            <a:ahLst/>
            <a:cxnLst/>
            <a:rect l="l" t="t" r="r" b="b"/>
            <a:pathLst>
              <a:path w="2998470" h="1188720">
                <a:moveTo>
                  <a:pt x="76197" y="0"/>
                </a:moveTo>
                <a:lnTo>
                  <a:pt x="2922273" y="0"/>
                </a:lnTo>
                <a:cubicBezTo>
                  <a:pt x="2964355" y="0"/>
                  <a:pt x="2998470" y="34115"/>
                  <a:pt x="2998470" y="76197"/>
                </a:cubicBezTo>
                <a:lnTo>
                  <a:pt x="2998470" y="1112523"/>
                </a:lnTo>
                <a:cubicBezTo>
                  <a:pt x="2998470" y="1154605"/>
                  <a:pt x="2964355" y="1188720"/>
                  <a:pt x="2922273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932" y="43509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4" name="Text 12"/>
          <p:cNvSpPr/>
          <p:nvPr/>
        </p:nvSpPr>
        <p:spPr>
          <a:xfrm>
            <a:off x="931545" y="4312801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4655701"/>
            <a:ext cx="268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installation required—works in any modern browser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41395" y="4118491"/>
            <a:ext cx="2998470" cy="1188720"/>
          </a:xfrm>
          <a:custGeom>
            <a:avLst/>
            <a:gdLst/>
            <a:ahLst/>
            <a:cxnLst/>
            <a:rect l="l" t="t" r="r" b="b"/>
            <a:pathLst>
              <a:path w="2998470" h="1188720">
                <a:moveTo>
                  <a:pt x="76197" y="0"/>
                </a:moveTo>
                <a:lnTo>
                  <a:pt x="2922273" y="0"/>
                </a:lnTo>
                <a:cubicBezTo>
                  <a:pt x="2964355" y="0"/>
                  <a:pt x="2998470" y="34115"/>
                  <a:pt x="2998470" y="76197"/>
                </a:cubicBezTo>
                <a:lnTo>
                  <a:pt x="2998470" y="1112523"/>
                </a:lnTo>
                <a:cubicBezTo>
                  <a:pt x="2998470" y="1154605"/>
                  <a:pt x="2964355" y="1188720"/>
                  <a:pt x="2922273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83330" y="435090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8" name="Text 16"/>
          <p:cNvSpPr/>
          <p:nvPr/>
        </p:nvSpPr>
        <p:spPr>
          <a:xfrm>
            <a:off x="4088130" y="4312801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35705" y="4655701"/>
            <a:ext cx="268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Seamlessly adapts to mobile, tablet, and desktop devices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5467232"/>
            <a:ext cx="2998470" cy="1188720"/>
          </a:xfrm>
          <a:custGeom>
            <a:avLst/>
            <a:gdLst/>
            <a:ahLst/>
            <a:cxnLst/>
            <a:rect l="l" t="t" r="r" b="b"/>
            <a:pathLst>
              <a:path w="2998470" h="1188720">
                <a:moveTo>
                  <a:pt x="76197" y="0"/>
                </a:moveTo>
                <a:lnTo>
                  <a:pt x="2922273" y="0"/>
                </a:lnTo>
                <a:cubicBezTo>
                  <a:pt x="2964355" y="0"/>
                  <a:pt x="2998470" y="34115"/>
                  <a:pt x="2998470" y="76197"/>
                </a:cubicBezTo>
                <a:lnTo>
                  <a:pt x="2998470" y="1112523"/>
                </a:lnTo>
                <a:cubicBezTo>
                  <a:pt x="2998470" y="1154605"/>
                  <a:pt x="2964355" y="1188720"/>
                  <a:pt x="2922273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651" y="5699640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2" name="Text 20"/>
          <p:cNvSpPr/>
          <p:nvPr/>
        </p:nvSpPr>
        <p:spPr>
          <a:xfrm>
            <a:off x="931545" y="566154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Free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9120" y="6004440"/>
            <a:ext cx="268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to everyone—no subscriptions or hidden fees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41395" y="5467232"/>
            <a:ext cx="2998470" cy="1188720"/>
          </a:xfrm>
          <a:custGeom>
            <a:avLst/>
            <a:gdLst/>
            <a:ahLst/>
            <a:cxnLst/>
            <a:rect l="l" t="t" r="r" b="b"/>
            <a:pathLst>
              <a:path w="2998470" h="1188720">
                <a:moveTo>
                  <a:pt x="76197" y="0"/>
                </a:moveTo>
                <a:lnTo>
                  <a:pt x="2922273" y="0"/>
                </a:lnTo>
                <a:cubicBezTo>
                  <a:pt x="2964355" y="0"/>
                  <a:pt x="2998470" y="34115"/>
                  <a:pt x="2998470" y="76197"/>
                </a:cubicBezTo>
                <a:lnTo>
                  <a:pt x="2998470" y="1112523"/>
                </a:lnTo>
                <a:cubicBezTo>
                  <a:pt x="2998470" y="1154605"/>
                  <a:pt x="2964355" y="1188720"/>
                  <a:pt x="2922273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59518" y="569964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60089" y="63215"/>
                </a:moveTo>
                <a:cubicBezTo>
                  <a:pt x="55550" y="61280"/>
                  <a:pt x="50304" y="63364"/>
                  <a:pt x="48369" y="67903"/>
                </a:cubicBezTo>
                <a:cubicBezTo>
                  <a:pt x="46434" y="72442"/>
                  <a:pt x="48518" y="77688"/>
                  <a:pt x="53057" y="79623"/>
                </a:cubicBezTo>
                <a:lnTo>
                  <a:pt x="57485" y="81521"/>
                </a:lnTo>
                <a:cubicBezTo>
                  <a:pt x="63922" y="84274"/>
                  <a:pt x="70582" y="86320"/>
                  <a:pt x="77428" y="87585"/>
                </a:cubicBezTo>
                <a:lnTo>
                  <a:pt x="77428" y="106226"/>
                </a:lnTo>
                <a:cubicBezTo>
                  <a:pt x="77428" y="107826"/>
                  <a:pt x="77167" y="109426"/>
                  <a:pt x="76646" y="110914"/>
                </a:cubicBezTo>
                <a:lnTo>
                  <a:pt x="65968" y="142949"/>
                </a:lnTo>
                <a:cubicBezTo>
                  <a:pt x="64405" y="147638"/>
                  <a:pt x="66935" y="152698"/>
                  <a:pt x="71624" y="154260"/>
                </a:cubicBezTo>
                <a:cubicBezTo>
                  <a:pt x="76312" y="155823"/>
                  <a:pt x="81372" y="153293"/>
                  <a:pt x="82934" y="148605"/>
                </a:cubicBezTo>
                <a:lnTo>
                  <a:pt x="92013" y="121369"/>
                </a:lnTo>
                <a:cubicBezTo>
                  <a:pt x="92497" y="119955"/>
                  <a:pt x="93799" y="118988"/>
                  <a:pt x="95287" y="118988"/>
                </a:cubicBezTo>
                <a:cubicBezTo>
                  <a:pt x="96775" y="118988"/>
                  <a:pt x="98115" y="119955"/>
                  <a:pt x="98561" y="121369"/>
                </a:cubicBezTo>
                <a:lnTo>
                  <a:pt x="107640" y="148605"/>
                </a:lnTo>
                <a:cubicBezTo>
                  <a:pt x="109203" y="153293"/>
                  <a:pt x="114263" y="155823"/>
                  <a:pt x="118951" y="154260"/>
                </a:cubicBezTo>
                <a:cubicBezTo>
                  <a:pt x="123639" y="152698"/>
                  <a:pt x="126132" y="147712"/>
                  <a:pt x="124569" y="143024"/>
                </a:cubicBezTo>
                <a:lnTo>
                  <a:pt x="113891" y="110989"/>
                </a:lnTo>
                <a:cubicBezTo>
                  <a:pt x="113370" y="109463"/>
                  <a:pt x="113109" y="107900"/>
                  <a:pt x="113109" y="106300"/>
                </a:cubicBezTo>
                <a:lnTo>
                  <a:pt x="113109" y="87660"/>
                </a:lnTo>
                <a:cubicBezTo>
                  <a:pt x="119955" y="86358"/>
                  <a:pt x="126616" y="84348"/>
                  <a:pt x="133052" y="81595"/>
                </a:cubicBezTo>
                <a:lnTo>
                  <a:pt x="137480" y="79697"/>
                </a:lnTo>
                <a:cubicBezTo>
                  <a:pt x="142019" y="77763"/>
                  <a:pt x="144103" y="72517"/>
                  <a:pt x="142168" y="67977"/>
                </a:cubicBezTo>
                <a:cubicBezTo>
                  <a:pt x="140233" y="63438"/>
                  <a:pt x="134987" y="61354"/>
                  <a:pt x="130448" y="63289"/>
                </a:cubicBezTo>
                <a:lnTo>
                  <a:pt x="126020" y="65112"/>
                </a:lnTo>
                <a:cubicBezTo>
                  <a:pt x="116309" y="69279"/>
                  <a:pt x="105854" y="71438"/>
                  <a:pt x="95250" y="71438"/>
                </a:cubicBezTo>
                <a:cubicBezTo>
                  <a:pt x="84646" y="71438"/>
                  <a:pt x="74228" y="69279"/>
                  <a:pt x="64480" y="65112"/>
                </a:cubicBezTo>
                <a:lnTo>
                  <a:pt x="60052" y="63215"/>
                </a:lnTo>
                <a:close/>
                <a:moveTo>
                  <a:pt x="95250" y="59531"/>
                </a:moveTo>
                <a:cubicBezTo>
                  <a:pt x="103464" y="59531"/>
                  <a:pt x="110133" y="52862"/>
                  <a:pt x="110133" y="44648"/>
                </a:cubicBezTo>
                <a:cubicBezTo>
                  <a:pt x="110133" y="36434"/>
                  <a:pt x="103464" y="29766"/>
                  <a:pt x="95250" y="29766"/>
                </a:cubicBezTo>
                <a:cubicBezTo>
                  <a:pt x="87036" y="29766"/>
                  <a:pt x="80367" y="36434"/>
                  <a:pt x="80367" y="44648"/>
                </a:cubicBezTo>
                <a:cubicBezTo>
                  <a:pt x="80367" y="52862"/>
                  <a:pt x="87036" y="59531"/>
                  <a:pt x="95250" y="59531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26" name="Text 24"/>
          <p:cNvSpPr/>
          <p:nvPr/>
        </p:nvSpPr>
        <p:spPr>
          <a:xfrm>
            <a:off x="4088130" y="566154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35705" y="6004440"/>
            <a:ext cx="2686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WCAG 2.1 AA compliant for inclusive design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74180" y="1565910"/>
            <a:ext cx="5036820" cy="3741420"/>
          </a:xfrm>
          <a:custGeom>
            <a:avLst/>
            <a:gdLst/>
            <a:ahLst/>
            <a:cxnLst/>
            <a:rect l="l" t="t" r="r" b="b"/>
            <a:pathLst>
              <a:path w="5036820" h="3741420">
                <a:moveTo>
                  <a:pt x="114300" y="0"/>
                </a:moveTo>
                <a:lnTo>
                  <a:pt x="4922520" y="0"/>
                </a:lnTo>
                <a:cubicBezTo>
                  <a:pt x="4985646" y="0"/>
                  <a:pt x="5036820" y="51174"/>
                  <a:pt x="5036820" y="114300"/>
                </a:cubicBezTo>
                <a:lnTo>
                  <a:pt x="5036820" y="3627120"/>
                </a:lnTo>
                <a:cubicBezTo>
                  <a:pt x="5036820" y="3690246"/>
                  <a:pt x="4985646" y="3741420"/>
                  <a:pt x="4922520" y="3741420"/>
                </a:cubicBezTo>
                <a:lnTo>
                  <a:pt x="114300" y="3741420"/>
                </a:lnTo>
                <a:cubicBezTo>
                  <a:pt x="51174" y="3741420"/>
                  <a:pt x="0" y="3690246"/>
                  <a:pt x="0" y="36271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2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35165" y="18363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0" name="Text 28"/>
          <p:cNvSpPr/>
          <p:nvPr/>
        </p:nvSpPr>
        <p:spPr>
          <a:xfrm>
            <a:off x="7292340" y="1798320"/>
            <a:ext cx="4400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Purpose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25640" y="2255401"/>
            <a:ext cx="4552950" cy="1333500"/>
          </a:xfrm>
          <a:custGeom>
            <a:avLst/>
            <a:gdLst/>
            <a:ahLst/>
            <a:cxnLst/>
            <a:rect l="l" t="t" r="r" b="b"/>
            <a:pathLst>
              <a:path w="4552950" h="1333500">
                <a:moveTo>
                  <a:pt x="38100" y="0"/>
                </a:moveTo>
                <a:lnTo>
                  <a:pt x="4476754" y="0"/>
                </a:lnTo>
                <a:cubicBezTo>
                  <a:pt x="4518836" y="0"/>
                  <a:pt x="4552950" y="34114"/>
                  <a:pt x="4552950" y="76196"/>
                </a:cubicBezTo>
                <a:lnTo>
                  <a:pt x="4552950" y="1257304"/>
                </a:lnTo>
                <a:cubicBezTo>
                  <a:pt x="4552950" y="1299386"/>
                  <a:pt x="4518836" y="1333500"/>
                  <a:pt x="447675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025640" y="2255401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5190" y="24459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31631" y="2550676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5" name="Text 33"/>
          <p:cNvSpPr/>
          <p:nvPr/>
        </p:nvSpPr>
        <p:spPr>
          <a:xfrm>
            <a:off x="7730490" y="2503051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Aid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35190" y="2903101"/>
            <a:ext cx="4229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non-verbal individuals to express themselves instantly in everyday situations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25640" y="3741301"/>
            <a:ext cx="4552950" cy="1333500"/>
          </a:xfrm>
          <a:custGeom>
            <a:avLst/>
            <a:gdLst/>
            <a:ahLst/>
            <a:cxnLst/>
            <a:rect l="l" t="t" r="r" b="b"/>
            <a:pathLst>
              <a:path w="4552950" h="1333500">
                <a:moveTo>
                  <a:pt x="38100" y="0"/>
                </a:moveTo>
                <a:lnTo>
                  <a:pt x="4476754" y="0"/>
                </a:lnTo>
                <a:cubicBezTo>
                  <a:pt x="4518836" y="0"/>
                  <a:pt x="4552950" y="34114"/>
                  <a:pt x="4552950" y="76196"/>
                </a:cubicBezTo>
                <a:lnTo>
                  <a:pt x="4552950" y="1257304"/>
                </a:lnTo>
                <a:cubicBezTo>
                  <a:pt x="4552950" y="1299386"/>
                  <a:pt x="4518836" y="1333500"/>
                  <a:pt x="4476754" y="1333500"/>
                </a:cubicBez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25640" y="3741301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3810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38100" y="1333500"/>
                </a:lnTo>
                <a:cubicBezTo>
                  <a:pt x="17072" y="1333500"/>
                  <a:pt x="0" y="1316428"/>
                  <a:pt x="0" y="1295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9" name="Shape 37"/>
          <p:cNvSpPr/>
          <p:nvPr/>
        </p:nvSpPr>
        <p:spPr>
          <a:xfrm>
            <a:off x="7235190" y="39318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320915" y="403657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1" name="Text 39"/>
          <p:cNvSpPr/>
          <p:nvPr/>
        </p:nvSpPr>
        <p:spPr>
          <a:xfrm>
            <a:off x="7730490" y="3988951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Tool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35190" y="4389001"/>
            <a:ext cx="4229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real-time feedback for students learning sign language, accelerating mastery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74180" y="5467232"/>
            <a:ext cx="5036820" cy="1188720"/>
          </a:xfrm>
          <a:custGeom>
            <a:avLst/>
            <a:gdLst/>
            <a:ahLst/>
            <a:cxnLst/>
            <a:rect l="l" t="t" r="r" b="b"/>
            <a:pathLst>
              <a:path w="5036820" h="1188720">
                <a:moveTo>
                  <a:pt x="76197" y="0"/>
                </a:moveTo>
                <a:lnTo>
                  <a:pt x="4960623" y="0"/>
                </a:lnTo>
                <a:cubicBezTo>
                  <a:pt x="5002705" y="0"/>
                  <a:pt x="5036820" y="34115"/>
                  <a:pt x="5036820" y="76197"/>
                </a:cubicBezTo>
                <a:lnTo>
                  <a:pt x="5036820" y="1112523"/>
                </a:lnTo>
                <a:cubicBezTo>
                  <a:pt x="5036820" y="1154605"/>
                  <a:pt x="5002705" y="1188720"/>
                  <a:pt x="4960623" y="1188720"/>
                </a:cubicBezTo>
                <a:lnTo>
                  <a:pt x="76197" y="1188720"/>
                </a:lnTo>
                <a:cubicBezTo>
                  <a:pt x="34115" y="1188720"/>
                  <a:pt x="0" y="1154605"/>
                  <a:pt x="0" y="111252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20000"/>
                </a:srgbClr>
              </a:gs>
              <a:gs pos="100000">
                <a:srgbClr val="DA3832">
                  <a:alpha val="20000"/>
                </a:srgbClr>
              </a:gs>
            </a:gsLst>
            <a:lin ang="0" scaled="1"/>
          </a:gra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58965" y="594729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5" name="Text 43"/>
          <p:cNvSpPr/>
          <p:nvPr/>
        </p:nvSpPr>
        <p:spPr>
          <a:xfrm>
            <a:off x="7260670" y="5661540"/>
            <a:ext cx="44386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"Technology is most powerful when it empowers everyone. Gesture AI breaks down communication barriers and creates a more inclusive world."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71500"/>
            <a:ext cx="2943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1049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 from camera input to speech output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65910"/>
            <a:ext cx="2350770" cy="2312670"/>
          </a:xfrm>
          <a:custGeom>
            <a:avLst/>
            <a:gdLst/>
            <a:ahLst/>
            <a:cxnLst/>
            <a:rect l="l" t="t" r="r" b="b"/>
            <a:pathLst>
              <a:path w="2350770" h="2312670">
                <a:moveTo>
                  <a:pt x="114292" y="0"/>
                </a:moveTo>
                <a:lnTo>
                  <a:pt x="2236478" y="0"/>
                </a:lnTo>
                <a:cubicBezTo>
                  <a:pt x="2299600" y="0"/>
                  <a:pt x="2350770" y="51170"/>
                  <a:pt x="2350770" y="114292"/>
                </a:cubicBezTo>
                <a:lnTo>
                  <a:pt x="2350770" y="2198378"/>
                </a:lnTo>
                <a:cubicBezTo>
                  <a:pt x="2350770" y="2261500"/>
                  <a:pt x="2299600" y="2312670"/>
                  <a:pt x="2236478" y="2312670"/>
                </a:cubicBezTo>
                <a:lnTo>
                  <a:pt x="114292" y="2312670"/>
                </a:lnTo>
                <a:cubicBezTo>
                  <a:pt x="51170" y="2312670"/>
                  <a:pt x="0" y="2261500"/>
                  <a:pt x="0" y="219837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005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4C87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3380" y="141732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56705" y="1874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3152" y="203644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53578" y="35719"/>
                </a:moveTo>
                <a:cubicBezTo>
                  <a:pt x="33877" y="35719"/>
                  <a:pt x="17859" y="51736"/>
                  <a:pt x="17859" y="71438"/>
                </a:cubicBezTo>
                <a:lnTo>
                  <a:pt x="17859" y="214313"/>
                </a:lnTo>
                <a:cubicBezTo>
                  <a:pt x="17859" y="234014"/>
                  <a:pt x="33877" y="250031"/>
                  <a:pt x="53578" y="250031"/>
                </a:cubicBezTo>
                <a:lnTo>
                  <a:pt x="196453" y="250031"/>
                </a:lnTo>
                <a:cubicBezTo>
                  <a:pt x="216154" y="250031"/>
                  <a:pt x="232172" y="234014"/>
                  <a:pt x="232172" y="214313"/>
                </a:cubicBezTo>
                <a:lnTo>
                  <a:pt x="232172" y="71438"/>
                </a:lnTo>
                <a:cubicBezTo>
                  <a:pt x="232172" y="51736"/>
                  <a:pt x="216154" y="35719"/>
                  <a:pt x="196453" y="35719"/>
                </a:cubicBezTo>
                <a:lnTo>
                  <a:pt x="53578" y="35719"/>
                </a:lnTo>
                <a:close/>
                <a:moveTo>
                  <a:pt x="258961" y="187523"/>
                </a:moveTo>
                <a:lnTo>
                  <a:pt x="299982" y="220340"/>
                </a:lnTo>
                <a:cubicBezTo>
                  <a:pt x="302326" y="222238"/>
                  <a:pt x="305228" y="223242"/>
                  <a:pt x="308242" y="223242"/>
                </a:cubicBezTo>
                <a:cubicBezTo>
                  <a:pt x="315553" y="223242"/>
                  <a:pt x="321469" y="217326"/>
                  <a:pt x="321469" y="210015"/>
                </a:cubicBezTo>
                <a:lnTo>
                  <a:pt x="321469" y="75735"/>
                </a:lnTo>
                <a:cubicBezTo>
                  <a:pt x="321469" y="68424"/>
                  <a:pt x="315553" y="62508"/>
                  <a:pt x="308242" y="62508"/>
                </a:cubicBezTo>
                <a:cubicBezTo>
                  <a:pt x="305228" y="62508"/>
                  <a:pt x="302326" y="63512"/>
                  <a:pt x="299982" y="65410"/>
                </a:cubicBezTo>
                <a:lnTo>
                  <a:pt x="258961" y="98227"/>
                </a:lnTo>
                <a:lnTo>
                  <a:pt x="258961" y="187523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1" name="Text 9"/>
          <p:cNvSpPr/>
          <p:nvPr/>
        </p:nvSpPr>
        <p:spPr>
          <a:xfrm>
            <a:off x="531495" y="259842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020" y="2941320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User's hand is captured via device camera at 30+ FPS for smooth, real-time processing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32509" y="256603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07807" y="1565910"/>
            <a:ext cx="2350770" cy="2312670"/>
          </a:xfrm>
          <a:custGeom>
            <a:avLst/>
            <a:gdLst/>
            <a:ahLst/>
            <a:cxnLst/>
            <a:rect l="l" t="t" r="r" b="b"/>
            <a:pathLst>
              <a:path w="2350770" h="2312670">
                <a:moveTo>
                  <a:pt x="114292" y="0"/>
                </a:moveTo>
                <a:lnTo>
                  <a:pt x="2236478" y="0"/>
                </a:lnTo>
                <a:cubicBezTo>
                  <a:pt x="2299600" y="0"/>
                  <a:pt x="2350770" y="51170"/>
                  <a:pt x="2350770" y="114292"/>
                </a:cubicBezTo>
                <a:lnTo>
                  <a:pt x="2350770" y="2198378"/>
                </a:lnTo>
                <a:cubicBezTo>
                  <a:pt x="2350770" y="2261500"/>
                  <a:pt x="2299600" y="2312670"/>
                  <a:pt x="2236478" y="2312670"/>
                </a:cubicBezTo>
                <a:lnTo>
                  <a:pt x="114292" y="2312670"/>
                </a:lnTo>
                <a:cubicBezTo>
                  <a:pt x="51170" y="2312670"/>
                  <a:pt x="0" y="2261500"/>
                  <a:pt x="0" y="219837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4002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A3832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6377" y="141732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79702" y="1874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461867" y="20364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22324"/>
                </a:moveTo>
                <a:cubicBezTo>
                  <a:pt x="71438" y="9990"/>
                  <a:pt x="81428" y="0"/>
                  <a:pt x="93762" y="0"/>
                </a:cubicBezTo>
                <a:cubicBezTo>
                  <a:pt x="106096" y="0"/>
                  <a:pt x="116086" y="9990"/>
                  <a:pt x="116086" y="22324"/>
                </a:cubicBezTo>
                <a:lnTo>
                  <a:pt x="116086" y="105035"/>
                </a:lnTo>
                <a:cubicBezTo>
                  <a:pt x="120830" y="100794"/>
                  <a:pt x="127081" y="98227"/>
                  <a:pt x="133945" y="98227"/>
                </a:cubicBezTo>
                <a:cubicBezTo>
                  <a:pt x="145442" y="98227"/>
                  <a:pt x="155265" y="105482"/>
                  <a:pt x="159060" y="115639"/>
                </a:cubicBezTo>
                <a:cubicBezTo>
                  <a:pt x="163971" y="110449"/>
                  <a:pt x="170892" y="107156"/>
                  <a:pt x="178594" y="107156"/>
                </a:cubicBezTo>
                <a:cubicBezTo>
                  <a:pt x="192714" y="107156"/>
                  <a:pt x="204267" y="118039"/>
                  <a:pt x="205327" y="131880"/>
                </a:cubicBezTo>
                <a:cubicBezTo>
                  <a:pt x="210071" y="127583"/>
                  <a:pt x="216377" y="125016"/>
                  <a:pt x="223242" y="125016"/>
                </a:cubicBezTo>
                <a:cubicBezTo>
                  <a:pt x="238032" y="125016"/>
                  <a:pt x="250031" y="137015"/>
                  <a:pt x="250031" y="151805"/>
                </a:cubicBezTo>
                <a:lnTo>
                  <a:pt x="250031" y="214313"/>
                </a:lnTo>
                <a:cubicBezTo>
                  <a:pt x="250031" y="253771"/>
                  <a:pt x="218052" y="285750"/>
                  <a:pt x="178594" y="285750"/>
                </a:cubicBezTo>
                <a:lnTo>
                  <a:pt x="130987" y="285750"/>
                </a:lnTo>
                <a:cubicBezTo>
                  <a:pt x="128197" y="285750"/>
                  <a:pt x="125462" y="285583"/>
                  <a:pt x="122783" y="285192"/>
                </a:cubicBezTo>
                <a:cubicBezTo>
                  <a:pt x="91920" y="282067"/>
                  <a:pt x="63512" y="266216"/>
                  <a:pt x="44648" y="241102"/>
                </a:cubicBezTo>
                <a:lnTo>
                  <a:pt x="4465" y="187523"/>
                </a:lnTo>
                <a:cubicBezTo>
                  <a:pt x="-2958" y="177645"/>
                  <a:pt x="-949" y="163692"/>
                  <a:pt x="8930" y="156270"/>
                </a:cubicBezTo>
                <a:cubicBezTo>
                  <a:pt x="18808" y="148847"/>
                  <a:pt x="32761" y="150856"/>
                  <a:pt x="40184" y="160734"/>
                </a:cubicBezTo>
                <a:lnTo>
                  <a:pt x="71438" y="202425"/>
                </a:lnTo>
                <a:lnTo>
                  <a:pt x="71438" y="22324"/>
                </a:lnTo>
                <a:close/>
                <a:moveTo>
                  <a:pt x="133945" y="169664"/>
                </a:moveTo>
                <a:cubicBezTo>
                  <a:pt x="133945" y="164753"/>
                  <a:pt x="129927" y="160734"/>
                  <a:pt x="125016" y="160734"/>
                </a:cubicBezTo>
                <a:cubicBezTo>
                  <a:pt x="120104" y="160734"/>
                  <a:pt x="116086" y="164753"/>
                  <a:pt x="116086" y="169664"/>
                </a:cubicBezTo>
                <a:lnTo>
                  <a:pt x="116086" y="223242"/>
                </a:lnTo>
                <a:cubicBezTo>
                  <a:pt x="116086" y="228154"/>
                  <a:pt x="120104" y="232172"/>
                  <a:pt x="125016" y="232172"/>
                </a:cubicBezTo>
                <a:cubicBezTo>
                  <a:pt x="129927" y="232172"/>
                  <a:pt x="133945" y="228154"/>
                  <a:pt x="133945" y="223242"/>
                </a:cubicBezTo>
                <a:lnTo>
                  <a:pt x="133945" y="169664"/>
                </a:lnTo>
                <a:close/>
                <a:moveTo>
                  <a:pt x="160734" y="160734"/>
                </a:moveTo>
                <a:cubicBezTo>
                  <a:pt x="155823" y="160734"/>
                  <a:pt x="151805" y="164753"/>
                  <a:pt x="151805" y="169664"/>
                </a:cubicBezTo>
                <a:lnTo>
                  <a:pt x="151805" y="223242"/>
                </a:lnTo>
                <a:cubicBezTo>
                  <a:pt x="151805" y="228154"/>
                  <a:pt x="155823" y="232172"/>
                  <a:pt x="160734" y="232172"/>
                </a:cubicBezTo>
                <a:cubicBezTo>
                  <a:pt x="165646" y="232172"/>
                  <a:pt x="169664" y="228154"/>
                  <a:pt x="169664" y="223242"/>
                </a:cubicBezTo>
                <a:lnTo>
                  <a:pt x="169664" y="169664"/>
                </a:lnTo>
                <a:cubicBezTo>
                  <a:pt x="169664" y="164753"/>
                  <a:pt x="165646" y="160734"/>
                  <a:pt x="160734" y="160734"/>
                </a:cubicBezTo>
                <a:close/>
                <a:moveTo>
                  <a:pt x="205383" y="169664"/>
                </a:moveTo>
                <a:cubicBezTo>
                  <a:pt x="205383" y="164753"/>
                  <a:pt x="201364" y="160734"/>
                  <a:pt x="196453" y="160734"/>
                </a:cubicBezTo>
                <a:cubicBezTo>
                  <a:pt x="191542" y="160734"/>
                  <a:pt x="187523" y="164753"/>
                  <a:pt x="187523" y="169664"/>
                </a:cubicBezTo>
                <a:lnTo>
                  <a:pt x="187523" y="223242"/>
                </a:lnTo>
                <a:cubicBezTo>
                  <a:pt x="187523" y="228154"/>
                  <a:pt x="191542" y="232172"/>
                  <a:pt x="196453" y="232172"/>
                </a:cubicBezTo>
                <a:cubicBezTo>
                  <a:pt x="201364" y="232172"/>
                  <a:pt x="205383" y="228154"/>
                  <a:pt x="205383" y="223242"/>
                </a:cubicBezTo>
                <a:lnTo>
                  <a:pt x="205383" y="169664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9" name="Text 17"/>
          <p:cNvSpPr/>
          <p:nvPr/>
        </p:nvSpPr>
        <p:spPr>
          <a:xfrm>
            <a:off x="3554492" y="259842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Detection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4017" y="2941320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Google's ML model detects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hand landmarks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95.7% precision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55506" y="256603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0804" y="1565910"/>
            <a:ext cx="2350770" cy="2312670"/>
          </a:xfrm>
          <a:custGeom>
            <a:avLst/>
            <a:gdLst/>
            <a:ahLst/>
            <a:cxnLst/>
            <a:rect l="l" t="t" r="r" b="b"/>
            <a:pathLst>
              <a:path w="2350770" h="2312670">
                <a:moveTo>
                  <a:pt x="114292" y="0"/>
                </a:moveTo>
                <a:lnTo>
                  <a:pt x="2236478" y="0"/>
                </a:lnTo>
                <a:cubicBezTo>
                  <a:pt x="2299600" y="0"/>
                  <a:pt x="2350770" y="51170"/>
                  <a:pt x="2350770" y="114292"/>
                </a:cubicBezTo>
                <a:lnTo>
                  <a:pt x="2350770" y="2198378"/>
                </a:lnTo>
                <a:cubicBezTo>
                  <a:pt x="2350770" y="2261500"/>
                  <a:pt x="2299600" y="2312670"/>
                  <a:pt x="2236478" y="2312670"/>
                </a:cubicBezTo>
                <a:lnTo>
                  <a:pt x="114292" y="2312670"/>
                </a:lnTo>
                <a:cubicBezTo>
                  <a:pt x="51170" y="2312670"/>
                  <a:pt x="0" y="2261500"/>
                  <a:pt x="0" y="219837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16998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4C87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9373" y="141732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02698" y="1874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467005" y="20364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7" name="Text 25"/>
          <p:cNvSpPr/>
          <p:nvPr/>
        </p:nvSpPr>
        <p:spPr>
          <a:xfrm>
            <a:off x="6577489" y="259842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Geometry Logic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7014" y="2941320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algorithms analyze joint distances and angles to classify gestures accurately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78503" y="256603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0" name="Shape 28"/>
          <p:cNvSpPr/>
          <p:nvPr/>
        </p:nvSpPr>
        <p:spPr>
          <a:xfrm>
            <a:off x="9453801" y="1565910"/>
            <a:ext cx="2350770" cy="2312670"/>
          </a:xfrm>
          <a:custGeom>
            <a:avLst/>
            <a:gdLst/>
            <a:ahLst/>
            <a:cxnLst/>
            <a:rect l="l" t="t" r="r" b="b"/>
            <a:pathLst>
              <a:path w="2350770" h="2312670">
                <a:moveTo>
                  <a:pt x="114292" y="0"/>
                </a:moveTo>
                <a:lnTo>
                  <a:pt x="2236478" y="0"/>
                </a:lnTo>
                <a:cubicBezTo>
                  <a:pt x="2299600" y="0"/>
                  <a:pt x="2350770" y="51170"/>
                  <a:pt x="2350770" y="114292"/>
                </a:cubicBezTo>
                <a:lnTo>
                  <a:pt x="2350770" y="2198378"/>
                </a:lnTo>
                <a:cubicBezTo>
                  <a:pt x="2350770" y="2261500"/>
                  <a:pt x="2299600" y="2312670"/>
                  <a:pt x="2236478" y="2312670"/>
                </a:cubicBezTo>
                <a:lnTo>
                  <a:pt x="114292" y="2312670"/>
                </a:lnTo>
                <a:cubicBezTo>
                  <a:pt x="51170" y="2312670"/>
                  <a:pt x="0" y="2261500"/>
                  <a:pt x="0" y="219837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39995" y="1417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A3832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392370" y="141732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325695" y="1874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454283" y="203644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97805" y="18138"/>
                </a:moveTo>
                <a:cubicBezTo>
                  <a:pt x="292057" y="13450"/>
                  <a:pt x="283629" y="14343"/>
                  <a:pt x="278941" y="20092"/>
                </a:cubicBezTo>
                <a:cubicBezTo>
                  <a:pt x="274253" y="25840"/>
                  <a:pt x="275146" y="34268"/>
                  <a:pt x="280894" y="38956"/>
                </a:cubicBezTo>
                <a:cubicBezTo>
                  <a:pt x="311144" y="63512"/>
                  <a:pt x="330398" y="100905"/>
                  <a:pt x="330398" y="142875"/>
                </a:cubicBezTo>
                <a:cubicBezTo>
                  <a:pt x="330398" y="184845"/>
                  <a:pt x="311144" y="222238"/>
                  <a:pt x="280894" y="246850"/>
                </a:cubicBezTo>
                <a:cubicBezTo>
                  <a:pt x="275146" y="251538"/>
                  <a:pt x="274309" y="259966"/>
                  <a:pt x="278941" y="265714"/>
                </a:cubicBezTo>
                <a:cubicBezTo>
                  <a:pt x="283573" y="271463"/>
                  <a:pt x="292057" y="272300"/>
                  <a:pt x="297805" y="267667"/>
                </a:cubicBezTo>
                <a:cubicBezTo>
                  <a:pt x="334026" y="238144"/>
                  <a:pt x="357188" y="193216"/>
                  <a:pt x="357188" y="142875"/>
                </a:cubicBezTo>
                <a:cubicBezTo>
                  <a:pt x="357188" y="92534"/>
                  <a:pt x="334026" y="47551"/>
                  <a:pt x="297805" y="18138"/>
                </a:cubicBezTo>
                <a:close/>
                <a:moveTo>
                  <a:pt x="264040" y="59717"/>
                </a:moveTo>
                <a:cubicBezTo>
                  <a:pt x="258291" y="55029"/>
                  <a:pt x="249864" y="55922"/>
                  <a:pt x="245176" y="61671"/>
                </a:cubicBezTo>
                <a:cubicBezTo>
                  <a:pt x="240488" y="67419"/>
                  <a:pt x="241381" y="75847"/>
                  <a:pt x="247129" y="80535"/>
                </a:cubicBezTo>
                <a:cubicBezTo>
                  <a:pt x="265268" y="95269"/>
                  <a:pt x="276820" y="117704"/>
                  <a:pt x="276820" y="142875"/>
                </a:cubicBezTo>
                <a:cubicBezTo>
                  <a:pt x="276820" y="168046"/>
                  <a:pt x="265268" y="190481"/>
                  <a:pt x="247129" y="205271"/>
                </a:cubicBezTo>
                <a:cubicBezTo>
                  <a:pt x="241381" y="209959"/>
                  <a:pt x="240543" y="218387"/>
                  <a:pt x="245176" y="224135"/>
                </a:cubicBezTo>
                <a:cubicBezTo>
                  <a:pt x="249808" y="229884"/>
                  <a:pt x="258291" y="230721"/>
                  <a:pt x="264040" y="226089"/>
                </a:cubicBezTo>
                <a:cubicBezTo>
                  <a:pt x="288150" y="206443"/>
                  <a:pt x="303609" y="176473"/>
                  <a:pt x="303609" y="142931"/>
                </a:cubicBezTo>
                <a:cubicBezTo>
                  <a:pt x="303609" y="109389"/>
                  <a:pt x="288150" y="79418"/>
                  <a:pt x="264040" y="59773"/>
                </a:cubicBezTo>
                <a:close/>
                <a:moveTo>
                  <a:pt x="230274" y="101296"/>
                </a:moveTo>
                <a:cubicBezTo>
                  <a:pt x="224526" y="96608"/>
                  <a:pt x="216098" y="97501"/>
                  <a:pt x="211410" y="103250"/>
                </a:cubicBezTo>
                <a:cubicBezTo>
                  <a:pt x="206722" y="108998"/>
                  <a:pt x="207615" y="117425"/>
                  <a:pt x="213364" y="122113"/>
                </a:cubicBezTo>
                <a:cubicBezTo>
                  <a:pt x="219391" y="127025"/>
                  <a:pt x="223242" y="134503"/>
                  <a:pt x="223242" y="142875"/>
                </a:cubicBezTo>
                <a:cubicBezTo>
                  <a:pt x="223242" y="151247"/>
                  <a:pt x="219391" y="158725"/>
                  <a:pt x="213364" y="163692"/>
                </a:cubicBezTo>
                <a:cubicBezTo>
                  <a:pt x="207615" y="168380"/>
                  <a:pt x="206778" y="176808"/>
                  <a:pt x="211410" y="182556"/>
                </a:cubicBezTo>
                <a:cubicBezTo>
                  <a:pt x="216043" y="188305"/>
                  <a:pt x="224526" y="189142"/>
                  <a:pt x="230274" y="184510"/>
                </a:cubicBezTo>
                <a:cubicBezTo>
                  <a:pt x="242274" y="174631"/>
                  <a:pt x="250031" y="159674"/>
                  <a:pt x="250031" y="142875"/>
                </a:cubicBezTo>
                <a:cubicBezTo>
                  <a:pt x="250031" y="126076"/>
                  <a:pt x="242274" y="111119"/>
                  <a:pt x="230274" y="101296"/>
                </a:cubicBezTo>
                <a:close/>
                <a:moveTo>
                  <a:pt x="44648" y="196453"/>
                </a:moveTo>
                <a:lnTo>
                  <a:pt x="71438" y="196453"/>
                </a:lnTo>
                <a:lnTo>
                  <a:pt x="146279" y="262979"/>
                </a:lnTo>
                <a:cubicBezTo>
                  <a:pt x="149851" y="266160"/>
                  <a:pt x="154428" y="267891"/>
                  <a:pt x="159172" y="267891"/>
                </a:cubicBezTo>
                <a:cubicBezTo>
                  <a:pt x="169887" y="267891"/>
                  <a:pt x="178594" y="259184"/>
                  <a:pt x="178594" y="248469"/>
                </a:cubicBezTo>
                <a:lnTo>
                  <a:pt x="178594" y="37281"/>
                </a:lnTo>
                <a:cubicBezTo>
                  <a:pt x="178594" y="26566"/>
                  <a:pt x="169887" y="17859"/>
                  <a:pt x="159172" y="17859"/>
                </a:cubicBezTo>
                <a:cubicBezTo>
                  <a:pt x="154428" y="17859"/>
                  <a:pt x="149851" y="19590"/>
                  <a:pt x="146279" y="22771"/>
                </a:cubicBezTo>
                <a:lnTo>
                  <a:pt x="71438" y="89297"/>
                </a:lnTo>
                <a:lnTo>
                  <a:pt x="44648" y="89297"/>
                </a:lnTo>
                <a:cubicBezTo>
                  <a:pt x="29859" y="89297"/>
                  <a:pt x="17859" y="101296"/>
                  <a:pt x="17859" y="116086"/>
                </a:cubicBezTo>
                <a:lnTo>
                  <a:pt x="17859" y="169664"/>
                </a:lnTo>
                <a:cubicBezTo>
                  <a:pt x="17859" y="184454"/>
                  <a:pt x="29859" y="196453"/>
                  <a:pt x="44648" y="196453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5" name="Text 33"/>
          <p:cNvSpPr/>
          <p:nvPr/>
        </p:nvSpPr>
        <p:spPr>
          <a:xfrm>
            <a:off x="9600486" y="2598420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Output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10011" y="2941320"/>
            <a:ext cx="2038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Speech API converts recognized signs into natural, audible speech instantly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810" y="4076701"/>
            <a:ext cx="3674745" cy="1493520"/>
          </a:xfrm>
          <a:custGeom>
            <a:avLst/>
            <a:gdLst/>
            <a:ahLst/>
            <a:cxnLst/>
            <a:rect l="l" t="t" r="r" b="b"/>
            <a:pathLst>
              <a:path w="3674745" h="1493520">
                <a:moveTo>
                  <a:pt x="76199" y="0"/>
                </a:moveTo>
                <a:lnTo>
                  <a:pt x="3598546" y="0"/>
                </a:lnTo>
                <a:cubicBezTo>
                  <a:pt x="3640629" y="0"/>
                  <a:pt x="3674745" y="34116"/>
                  <a:pt x="3674745" y="76199"/>
                </a:cubicBezTo>
                <a:lnTo>
                  <a:pt x="3674745" y="1417321"/>
                </a:lnTo>
                <a:cubicBezTo>
                  <a:pt x="3674745" y="1459404"/>
                  <a:pt x="3640629" y="1493520"/>
                  <a:pt x="3598546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695" y="42900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9" name="Text 37"/>
          <p:cNvSpPr/>
          <p:nvPr/>
        </p:nvSpPr>
        <p:spPr>
          <a:xfrm>
            <a:off x="979170" y="4271011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Performance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9120" y="4652011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Processes video feed at 30+ FPS with minimal latency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98170" y="52139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2" name="Text 40"/>
          <p:cNvSpPr/>
          <p:nvPr/>
        </p:nvSpPr>
        <p:spPr>
          <a:xfrm>
            <a:off x="822008" y="5185411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50ms response time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8270" y="4076701"/>
            <a:ext cx="3674745" cy="1493520"/>
          </a:xfrm>
          <a:custGeom>
            <a:avLst/>
            <a:gdLst/>
            <a:ahLst/>
            <a:cxnLst/>
            <a:rect l="l" t="t" r="r" b="b"/>
            <a:pathLst>
              <a:path w="3674745" h="1493520">
                <a:moveTo>
                  <a:pt x="76199" y="0"/>
                </a:moveTo>
                <a:lnTo>
                  <a:pt x="3598546" y="0"/>
                </a:lnTo>
                <a:cubicBezTo>
                  <a:pt x="3640629" y="0"/>
                  <a:pt x="3674745" y="34116"/>
                  <a:pt x="3674745" y="76199"/>
                </a:cubicBezTo>
                <a:lnTo>
                  <a:pt x="3674745" y="1417321"/>
                </a:lnTo>
                <a:cubicBezTo>
                  <a:pt x="3674745" y="1459404"/>
                  <a:pt x="3640629" y="1493520"/>
                  <a:pt x="3598546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1155" y="429006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5" name="Text 43"/>
          <p:cNvSpPr/>
          <p:nvPr/>
        </p:nvSpPr>
        <p:spPr>
          <a:xfrm>
            <a:off x="4852630" y="4271011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52580" y="4652011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processing happens locally in the browser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71630" y="49853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48" name="Text 46"/>
          <p:cNvSpPr/>
          <p:nvPr/>
        </p:nvSpPr>
        <p:spPr>
          <a:xfrm>
            <a:off x="4695468" y="4956811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data leaves your device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31731" y="4076701"/>
            <a:ext cx="3674745" cy="1493520"/>
          </a:xfrm>
          <a:custGeom>
            <a:avLst/>
            <a:gdLst/>
            <a:ahLst/>
            <a:cxnLst/>
            <a:rect l="l" t="t" r="r" b="b"/>
            <a:pathLst>
              <a:path w="3674745" h="1493520">
                <a:moveTo>
                  <a:pt x="76199" y="0"/>
                </a:moveTo>
                <a:lnTo>
                  <a:pt x="3598546" y="0"/>
                </a:lnTo>
                <a:cubicBezTo>
                  <a:pt x="3640629" y="0"/>
                  <a:pt x="3674745" y="34116"/>
                  <a:pt x="3674745" y="76199"/>
                </a:cubicBezTo>
                <a:lnTo>
                  <a:pt x="3674745" y="1417321"/>
                </a:lnTo>
                <a:cubicBezTo>
                  <a:pt x="3674745" y="1459404"/>
                  <a:pt x="3640629" y="1493520"/>
                  <a:pt x="3598546" y="1493520"/>
                </a:cubicBezTo>
                <a:lnTo>
                  <a:pt x="76199" y="1493520"/>
                </a:lnTo>
                <a:cubicBezTo>
                  <a:pt x="34116" y="1493520"/>
                  <a:pt x="0" y="1459404"/>
                  <a:pt x="0" y="1417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6041" y="429006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51" name="Text 49"/>
          <p:cNvSpPr/>
          <p:nvPr/>
        </p:nvSpPr>
        <p:spPr>
          <a:xfrm>
            <a:off x="8726091" y="4271011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26041" y="4652011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efficiently on CPU without requiring GPU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45091" y="49853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4" name="Text 52"/>
          <p:cNvSpPr/>
          <p:nvPr/>
        </p:nvSpPr>
        <p:spPr>
          <a:xfrm>
            <a:off x="8568928" y="49568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on low-end devices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84810" y="5768340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76196" y="0"/>
                </a:moveTo>
                <a:lnTo>
                  <a:pt x="11342374" y="0"/>
                </a:lnTo>
                <a:cubicBezTo>
                  <a:pt x="11384456" y="0"/>
                  <a:pt x="11418570" y="34114"/>
                  <a:pt x="11418570" y="76196"/>
                </a:cubicBezTo>
                <a:lnTo>
                  <a:pt x="11418570" y="845824"/>
                </a:lnTo>
                <a:cubicBezTo>
                  <a:pt x="11418570" y="887906"/>
                  <a:pt x="11384456" y="922020"/>
                  <a:pt x="1134237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20000"/>
                </a:srgbClr>
              </a:gs>
              <a:gs pos="100000">
                <a:srgbClr val="DA3832">
                  <a:alpha val="20000"/>
                </a:srgbClr>
              </a:gs>
            </a:gsLst>
            <a:lin ang="0" scaled="1"/>
          </a:gra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9120" y="6086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7" name="Text 55"/>
          <p:cNvSpPr/>
          <p:nvPr/>
        </p:nvSpPr>
        <p:spPr>
          <a:xfrm>
            <a:off x="1050608" y="5981700"/>
            <a:ext cx="549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MediaPipe Hands: Industry-Leading Accuracy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50608" y="6248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95.7% palm detection precision • 21 3D landmarks • Real-time mobile performance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03030" y="5924550"/>
            <a:ext cx="752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998280" y="630555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63222"/>
            <a:ext cx="74116" cy="444693"/>
          </a:xfrm>
          <a:custGeom>
            <a:avLst/>
            <a:gdLst/>
            <a:ahLst/>
            <a:cxnLst/>
            <a:rect l="l" t="t" r="r" b="b"/>
            <a:pathLst>
              <a:path w="74116" h="444693">
                <a:moveTo>
                  <a:pt x="0" y="0"/>
                </a:moveTo>
                <a:lnTo>
                  <a:pt x="74116" y="0"/>
                </a:lnTo>
                <a:lnTo>
                  <a:pt x="74116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" name="Text 1"/>
          <p:cNvSpPr/>
          <p:nvPr/>
        </p:nvSpPr>
        <p:spPr>
          <a:xfrm>
            <a:off x="555866" y="370578"/>
            <a:ext cx="5595720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spc="102" kern="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5866" y="555866"/>
            <a:ext cx="5753216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Recognition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5866" y="1074675"/>
            <a:ext cx="11348936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recognition system covering numbers, letters, and common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7989" y="1526779"/>
            <a:ext cx="3674276" cy="4313522"/>
          </a:xfrm>
          <a:custGeom>
            <a:avLst/>
            <a:gdLst/>
            <a:ahLst/>
            <a:cxnLst/>
            <a:rect l="l" t="t" r="r" b="b"/>
            <a:pathLst>
              <a:path w="3674276" h="4313522">
                <a:moveTo>
                  <a:pt x="111184" y="0"/>
                </a:moveTo>
                <a:lnTo>
                  <a:pt x="3563092" y="0"/>
                </a:lnTo>
                <a:cubicBezTo>
                  <a:pt x="3624497" y="0"/>
                  <a:pt x="3674276" y="49779"/>
                  <a:pt x="3674276" y="111184"/>
                </a:cubicBezTo>
                <a:lnTo>
                  <a:pt x="3674276" y="4202339"/>
                </a:lnTo>
                <a:cubicBezTo>
                  <a:pt x="3674276" y="4263744"/>
                  <a:pt x="3624497" y="4313522"/>
                  <a:pt x="3563092" y="4313522"/>
                </a:cubicBezTo>
                <a:lnTo>
                  <a:pt x="111184" y="4313522"/>
                </a:lnTo>
                <a:cubicBezTo>
                  <a:pt x="49779" y="4313522"/>
                  <a:pt x="0" y="4263744"/>
                  <a:pt x="0" y="4202339"/>
                </a:cubicBezTo>
                <a:lnTo>
                  <a:pt x="0" y="111184"/>
                </a:lnTo>
                <a:cubicBezTo>
                  <a:pt x="0" y="49779"/>
                  <a:pt x="49779" y="0"/>
                  <a:pt x="111184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2032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7747" y="1756538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111173" y="0"/>
                </a:moveTo>
                <a:lnTo>
                  <a:pt x="481751" y="0"/>
                </a:lnTo>
                <a:cubicBezTo>
                  <a:pt x="543150" y="0"/>
                  <a:pt x="592924" y="49774"/>
                  <a:pt x="592924" y="111173"/>
                </a:cubicBezTo>
                <a:lnTo>
                  <a:pt x="592924" y="481751"/>
                </a:lnTo>
                <a:cubicBezTo>
                  <a:pt x="592924" y="543150"/>
                  <a:pt x="543150" y="592924"/>
                  <a:pt x="481751" y="592924"/>
                </a:cubicBezTo>
                <a:lnTo>
                  <a:pt x="111173" y="592924"/>
                </a:lnTo>
                <a:cubicBezTo>
                  <a:pt x="49774" y="592924"/>
                  <a:pt x="0" y="543150"/>
                  <a:pt x="0" y="481751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1A1A1A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7559" y="1914034"/>
            <a:ext cx="277933" cy="277933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81751" y="22473"/>
                </a:moveTo>
                <a:cubicBezTo>
                  <a:pt x="74966" y="15688"/>
                  <a:pt x="63946" y="15688"/>
                  <a:pt x="57161" y="22473"/>
                </a:cubicBezTo>
                <a:lnTo>
                  <a:pt x="5048" y="74586"/>
                </a:lnTo>
                <a:cubicBezTo>
                  <a:pt x="-1737" y="81371"/>
                  <a:pt x="-1737" y="92391"/>
                  <a:pt x="5048" y="99177"/>
                </a:cubicBezTo>
                <a:cubicBezTo>
                  <a:pt x="11834" y="105962"/>
                  <a:pt x="22853" y="105962"/>
                  <a:pt x="29639" y="99177"/>
                </a:cubicBezTo>
                <a:lnTo>
                  <a:pt x="52112" y="76703"/>
                </a:lnTo>
                <a:lnTo>
                  <a:pt x="52112" y="243191"/>
                </a:lnTo>
                <a:cubicBezTo>
                  <a:pt x="52112" y="252800"/>
                  <a:pt x="59875" y="260562"/>
                  <a:pt x="69483" y="260562"/>
                </a:cubicBezTo>
                <a:cubicBezTo>
                  <a:pt x="79092" y="260562"/>
                  <a:pt x="86854" y="252800"/>
                  <a:pt x="86854" y="243191"/>
                </a:cubicBezTo>
                <a:lnTo>
                  <a:pt x="86854" y="76703"/>
                </a:lnTo>
                <a:lnTo>
                  <a:pt x="109328" y="99177"/>
                </a:lnTo>
                <a:cubicBezTo>
                  <a:pt x="116113" y="105962"/>
                  <a:pt x="127133" y="105962"/>
                  <a:pt x="133918" y="99177"/>
                </a:cubicBezTo>
                <a:cubicBezTo>
                  <a:pt x="140704" y="92391"/>
                  <a:pt x="140704" y="81371"/>
                  <a:pt x="133918" y="74586"/>
                </a:cubicBezTo>
                <a:lnTo>
                  <a:pt x="81806" y="22473"/>
                </a:lnTo>
                <a:close/>
                <a:moveTo>
                  <a:pt x="227286" y="20628"/>
                </a:moveTo>
                <a:cubicBezTo>
                  <a:pt x="222781" y="17371"/>
                  <a:pt x="216918" y="16448"/>
                  <a:pt x="211653" y="18239"/>
                </a:cubicBezTo>
                <a:lnTo>
                  <a:pt x="185596" y="26925"/>
                </a:lnTo>
                <a:cubicBezTo>
                  <a:pt x="176477" y="29965"/>
                  <a:pt x="171591" y="39790"/>
                  <a:pt x="174631" y="48910"/>
                </a:cubicBezTo>
                <a:cubicBezTo>
                  <a:pt x="177671" y="58029"/>
                  <a:pt x="187496" y="62915"/>
                  <a:pt x="196616" y="59875"/>
                </a:cubicBezTo>
                <a:lnTo>
                  <a:pt x="199819" y="58789"/>
                </a:lnTo>
                <a:lnTo>
                  <a:pt x="199819" y="86800"/>
                </a:lnTo>
                <a:lnTo>
                  <a:pt x="191133" y="86800"/>
                </a:lnTo>
                <a:cubicBezTo>
                  <a:pt x="181525" y="86800"/>
                  <a:pt x="173762" y="94562"/>
                  <a:pt x="173762" y="104171"/>
                </a:cubicBezTo>
                <a:cubicBezTo>
                  <a:pt x="173762" y="113779"/>
                  <a:pt x="181525" y="121541"/>
                  <a:pt x="191133" y="121541"/>
                </a:cubicBezTo>
                <a:lnTo>
                  <a:pt x="243246" y="121541"/>
                </a:lnTo>
                <a:cubicBezTo>
                  <a:pt x="252854" y="121541"/>
                  <a:pt x="260617" y="113779"/>
                  <a:pt x="260617" y="104171"/>
                </a:cubicBezTo>
                <a:cubicBezTo>
                  <a:pt x="260617" y="94562"/>
                  <a:pt x="252854" y="86800"/>
                  <a:pt x="243246" y="86800"/>
                </a:cubicBezTo>
                <a:lnTo>
                  <a:pt x="234560" y="86800"/>
                </a:lnTo>
                <a:lnTo>
                  <a:pt x="234560" y="34687"/>
                </a:lnTo>
                <a:cubicBezTo>
                  <a:pt x="234560" y="29096"/>
                  <a:pt x="231900" y="23885"/>
                  <a:pt x="227341" y="20574"/>
                </a:cubicBezTo>
                <a:close/>
                <a:moveTo>
                  <a:pt x="198190" y="233746"/>
                </a:moveTo>
                <a:cubicBezTo>
                  <a:pt x="192979" y="241780"/>
                  <a:pt x="195259" y="252528"/>
                  <a:pt x="203293" y="257794"/>
                </a:cubicBezTo>
                <a:cubicBezTo>
                  <a:pt x="211327" y="263059"/>
                  <a:pt x="222075" y="260725"/>
                  <a:pt x="227341" y="252691"/>
                </a:cubicBezTo>
                <a:lnTo>
                  <a:pt x="250194" y="217461"/>
                </a:lnTo>
                <a:cubicBezTo>
                  <a:pt x="256925" y="207038"/>
                  <a:pt x="260562" y="194879"/>
                  <a:pt x="260562" y="182448"/>
                </a:cubicBezTo>
                <a:cubicBezTo>
                  <a:pt x="260562" y="158454"/>
                  <a:pt x="241129" y="139021"/>
                  <a:pt x="217135" y="139021"/>
                </a:cubicBezTo>
                <a:cubicBezTo>
                  <a:pt x="193142" y="139021"/>
                  <a:pt x="173708" y="158454"/>
                  <a:pt x="173708" y="182448"/>
                </a:cubicBezTo>
                <a:cubicBezTo>
                  <a:pt x="173708" y="202044"/>
                  <a:pt x="186682" y="218655"/>
                  <a:pt x="204541" y="224029"/>
                </a:cubicBezTo>
                <a:lnTo>
                  <a:pt x="198190" y="233800"/>
                </a:lnTo>
                <a:close/>
                <a:moveTo>
                  <a:pt x="204107" y="182394"/>
                </a:moveTo>
                <a:cubicBezTo>
                  <a:pt x="204107" y="175203"/>
                  <a:pt x="209945" y="169366"/>
                  <a:pt x="217135" y="169366"/>
                </a:cubicBezTo>
                <a:cubicBezTo>
                  <a:pt x="224326" y="169366"/>
                  <a:pt x="230163" y="175203"/>
                  <a:pt x="230163" y="182394"/>
                </a:cubicBezTo>
                <a:cubicBezTo>
                  <a:pt x="230163" y="189584"/>
                  <a:pt x="224326" y="195422"/>
                  <a:pt x="217135" y="195422"/>
                </a:cubicBezTo>
                <a:cubicBezTo>
                  <a:pt x="209945" y="195422"/>
                  <a:pt x="204107" y="189584"/>
                  <a:pt x="204107" y="1823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48902" y="1793596"/>
            <a:ext cx="114879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8902" y="2089943"/>
            <a:ext cx="111173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0-9 Recognition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7747" y="2534751"/>
            <a:ext cx="3288875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digit recognition enables counting, phone numbers, addresses, and basic mathematical communication.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1842" y="385400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00152" y="3854006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86535" y="385400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44845" y="3854006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31228" y="385400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989538" y="3854006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75921" y="385400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434231" y="3854006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0614" y="3854006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878924" y="3854006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1842" y="4298699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00152" y="4298699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86535" y="4298699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44845" y="4298699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31228" y="4298699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989538" y="4298699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475921" y="4298699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434231" y="4298699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920614" y="4298699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37058" y="0"/>
                </a:moveTo>
                <a:lnTo>
                  <a:pt x="333520" y="0"/>
                </a:lnTo>
                <a:cubicBezTo>
                  <a:pt x="353986" y="0"/>
                  <a:pt x="370578" y="16591"/>
                  <a:pt x="370578" y="37058"/>
                </a:cubicBezTo>
                <a:lnTo>
                  <a:pt x="370578" y="333520"/>
                </a:lnTo>
                <a:cubicBezTo>
                  <a:pt x="370578" y="353986"/>
                  <a:pt x="353986" y="370578"/>
                  <a:pt x="333520" y="370578"/>
                </a:cubicBezTo>
                <a:lnTo>
                  <a:pt x="37058" y="370578"/>
                </a:lnTo>
                <a:cubicBezTo>
                  <a:pt x="16591" y="370578"/>
                  <a:pt x="0" y="353986"/>
                  <a:pt x="0" y="333520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878924" y="4298699"/>
            <a:ext cx="453957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7747" y="5269614"/>
            <a:ext cx="3214760" cy="7412"/>
          </a:xfrm>
          <a:custGeom>
            <a:avLst/>
            <a:gdLst/>
            <a:ahLst/>
            <a:cxnLst/>
            <a:rect l="l" t="t" r="r" b="b"/>
            <a:pathLst>
              <a:path w="3214760" h="7412">
                <a:moveTo>
                  <a:pt x="0" y="0"/>
                </a:moveTo>
                <a:lnTo>
                  <a:pt x="3214760" y="0"/>
                </a:lnTo>
                <a:lnTo>
                  <a:pt x="3214760" y="7412"/>
                </a:lnTo>
                <a:lnTo>
                  <a:pt x="0" y="7412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6276" y="544934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86232" y="53882"/>
                </a:moveTo>
                <a:lnTo>
                  <a:pt x="65966" y="86308"/>
                </a:lnTo>
                <a:cubicBezTo>
                  <a:pt x="64902" y="88005"/>
                  <a:pt x="63078" y="89069"/>
                  <a:pt x="61077" y="89170"/>
                </a:cubicBezTo>
                <a:cubicBezTo>
                  <a:pt x="59075" y="89272"/>
                  <a:pt x="57150" y="88360"/>
                  <a:pt x="55959" y="86738"/>
                </a:cubicBezTo>
                <a:lnTo>
                  <a:pt x="43800" y="70526"/>
                </a:lnTo>
                <a:cubicBezTo>
                  <a:pt x="41773" y="67840"/>
                  <a:pt x="42331" y="64040"/>
                  <a:pt x="45016" y="62014"/>
                </a:cubicBezTo>
                <a:cubicBezTo>
                  <a:pt x="47701" y="59987"/>
                  <a:pt x="51501" y="60545"/>
                  <a:pt x="53527" y="63230"/>
                </a:cubicBezTo>
                <a:lnTo>
                  <a:pt x="60367" y="72349"/>
                </a:lnTo>
                <a:lnTo>
                  <a:pt x="75921" y="47448"/>
                </a:lnTo>
                <a:cubicBezTo>
                  <a:pt x="77695" y="44610"/>
                  <a:pt x="81444" y="43724"/>
                  <a:pt x="84306" y="45522"/>
                </a:cubicBezTo>
                <a:cubicBezTo>
                  <a:pt x="87169" y="47321"/>
                  <a:pt x="88030" y="51045"/>
                  <a:pt x="86232" y="53907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4" name="Text 32"/>
          <p:cNvSpPr/>
          <p:nvPr/>
        </p:nvSpPr>
        <p:spPr>
          <a:xfrm>
            <a:off x="843990" y="5421548"/>
            <a:ext cx="186215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Perfect for counting &amp; quantities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55272" y="1526779"/>
            <a:ext cx="3674276" cy="4313522"/>
          </a:xfrm>
          <a:custGeom>
            <a:avLst/>
            <a:gdLst/>
            <a:ahLst/>
            <a:cxnLst/>
            <a:rect l="l" t="t" r="r" b="b"/>
            <a:pathLst>
              <a:path w="3674276" h="4313522">
                <a:moveTo>
                  <a:pt x="111184" y="0"/>
                </a:moveTo>
                <a:lnTo>
                  <a:pt x="3563092" y="0"/>
                </a:lnTo>
                <a:cubicBezTo>
                  <a:pt x="3624497" y="0"/>
                  <a:pt x="3674276" y="49779"/>
                  <a:pt x="3674276" y="111184"/>
                </a:cubicBezTo>
                <a:lnTo>
                  <a:pt x="3674276" y="4202339"/>
                </a:lnTo>
                <a:cubicBezTo>
                  <a:pt x="3674276" y="4263744"/>
                  <a:pt x="3624497" y="4313522"/>
                  <a:pt x="3563092" y="4313522"/>
                </a:cubicBezTo>
                <a:lnTo>
                  <a:pt x="111184" y="4313522"/>
                </a:lnTo>
                <a:cubicBezTo>
                  <a:pt x="49779" y="4313522"/>
                  <a:pt x="0" y="4263744"/>
                  <a:pt x="0" y="4202339"/>
                </a:cubicBezTo>
                <a:lnTo>
                  <a:pt x="0" y="111184"/>
                </a:lnTo>
                <a:cubicBezTo>
                  <a:pt x="0" y="49779"/>
                  <a:pt x="49779" y="0"/>
                  <a:pt x="111184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2032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5030" y="1756538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111173" y="0"/>
                </a:moveTo>
                <a:lnTo>
                  <a:pt x="481751" y="0"/>
                </a:lnTo>
                <a:cubicBezTo>
                  <a:pt x="543150" y="0"/>
                  <a:pt x="592924" y="49774"/>
                  <a:pt x="592924" y="111173"/>
                </a:cubicBezTo>
                <a:lnTo>
                  <a:pt x="592924" y="481751"/>
                </a:lnTo>
                <a:cubicBezTo>
                  <a:pt x="592924" y="543150"/>
                  <a:pt x="543150" y="592924"/>
                  <a:pt x="481751" y="592924"/>
                </a:cubicBezTo>
                <a:lnTo>
                  <a:pt x="111173" y="592924"/>
                </a:lnTo>
                <a:cubicBezTo>
                  <a:pt x="49774" y="592924"/>
                  <a:pt x="0" y="543150"/>
                  <a:pt x="0" y="481751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/>
              </a:gs>
              <a:gs pos="100000">
                <a:srgbClr val="1A1A1A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4842" y="1914034"/>
            <a:ext cx="277933" cy="277933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154763" y="27522"/>
                </a:moveTo>
                <a:cubicBezTo>
                  <a:pt x="151940" y="21334"/>
                  <a:pt x="145752" y="17371"/>
                  <a:pt x="138967" y="17371"/>
                </a:cubicBezTo>
                <a:cubicBezTo>
                  <a:pt x="132181" y="17371"/>
                  <a:pt x="125993" y="21334"/>
                  <a:pt x="123170" y="27522"/>
                </a:cubicBezTo>
                <a:lnTo>
                  <a:pt x="32299" y="225821"/>
                </a:lnTo>
                <a:lnTo>
                  <a:pt x="26056" y="225821"/>
                </a:lnTo>
                <a:cubicBezTo>
                  <a:pt x="16448" y="225821"/>
                  <a:pt x="8685" y="233583"/>
                  <a:pt x="8685" y="243191"/>
                </a:cubicBezTo>
                <a:cubicBezTo>
                  <a:pt x="8685" y="252800"/>
                  <a:pt x="16448" y="260562"/>
                  <a:pt x="26056" y="260562"/>
                </a:cubicBezTo>
                <a:lnTo>
                  <a:pt x="73826" y="260562"/>
                </a:lnTo>
                <a:cubicBezTo>
                  <a:pt x="83434" y="260562"/>
                  <a:pt x="91197" y="252800"/>
                  <a:pt x="91197" y="243191"/>
                </a:cubicBezTo>
                <a:cubicBezTo>
                  <a:pt x="91197" y="233583"/>
                  <a:pt x="83434" y="225821"/>
                  <a:pt x="73826" y="225821"/>
                </a:cubicBezTo>
                <a:lnTo>
                  <a:pt x="70515" y="225821"/>
                </a:lnTo>
                <a:lnTo>
                  <a:pt x="82457" y="199764"/>
                </a:lnTo>
                <a:lnTo>
                  <a:pt x="195530" y="199764"/>
                </a:lnTo>
                <a:lnTo>
                  <a:pt x="207473" y="225821"/>
                </a:lnTo>
                <a:lnTo>
                  <a:pt x="204161" y="225821"/>
                </a:lnTo>
                <a:cubicBezTo>
                  <a:pt x="194553" y="225821"/>
                  <a:pt x="186791" y="233583"/>
                  <a:pt x="186791" y="243191"/>
                </a:cubicBezTo>
                <a:cubicBezTo>
                  <a:pt x="186791" y="252800"/>
                  <a:pt x="194553" y="260562"/>
                  <a:pt x="204161" y="260562"/>
                </a:cubicBezTo>
                <a:lnTo>
                  <a:pt x="251931" y="260562"/>
                </a:lnTo>
                <a:cubicBezTo>
                  <a:pt x="261539" y="260562"/>
                  <a:pt x="269302" y="252800"/>
                  <a:pt x="269302" y="243191"/>
                </a:cubicBezTo>
                <a:cubicBezTo>
                  <a:pt x="269302" y="233583"/>
                  <a:pt x="261539" y="225821"/>
                  <a:pt x="251931" y="225821"/>
                </a:cubicBezTo>
                <a:lnTo>
                  <a:pt x="245689" y="225821"/>
                </a:lnTo>
                <a:lnTo>
                  <a:pt x="154817" y="27522"/>
                </a:lnTo>
                <a:close/>
                <a:moveTo>
                  <a:pt x="179571" y="165023"/>
                </a:moveTo>
                <a:lnTo>
                  <a:pt x="98362" y="165023"/>
                </a:lnTo>
                <a:lnTo>
                  <a:pt x="138967" y="76432"/>
                </a:lnTo>
                <a:lnTo>
                  <a:pt x="179571" y="1650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226185" y="1793596"/>
            <a:ext cx="122290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Alphabet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26185" y="2089943"/>
            <a:ext cx="118584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A-Z Static Letters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85030" y="2534751"/>
            <a:ext cx="3288875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static alphabet recognition enables spelling names, words, and sentences letter by letter.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19125" y="355754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86700" y="3557544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89703" y="355754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57277" y="3557544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60280" y="355754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727855" y="3557544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30858" y="355754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098432" y="3557544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501435" y="355754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69010" y="3557544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72013" y="3557544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839587" y="3557544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19125" y="39281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986700" y="392812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89703" y="39281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357277" y="392812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760280" y="39281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727855" y="392812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30858" y="39281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098432" y="392812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501435" y="39281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69010" y="392812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72013" y="39281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839587" y="3928122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019125" y="429869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4986700" y="429869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389703" y="429869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357277" y="429869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760280" y="429869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5727855" y="429869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30858" y="429869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098432" y="429869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501435" y="429869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6469010" y="429869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872013" y="429869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6839587" y="4298699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019125" y="466927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4986700" y="4669277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389703" y="466927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5357277" y="4669277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5760280" y="466927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5727855" y="4669277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130858" y="466927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098432" y="4669277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501435" y="466927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6469010" y="4669277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872013" y="4669277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37058" y="0"/>
                </a:moveTo>
                <a:lnTo>
                  <a:pt x="259404" y="0"/>
                </a:lnTo>
                <a:cubicBezTo>
                  <a:pt x="279871" y="0"/>
                  <a:pt x="296462" y="16591"/>
                  <a:pt x="296462" y="37058"/>
                </a:cubicBezTo>
                <a:lnTo>
                  <a:pt x="296462" y="259404"/>
                </a:lnTo>
                <a:cubicBezTo>
                  <a:pt x="296462" y="279871"/>
                  <a:pt x="279871" y="296462"/>
                  <a:pt x="259404" y="296462"/>
                </a:cubicBezTo>
                <a:lnTo>
                  <a:pt x="37058" y="296462"/>
                </a:lnTo>
                <a:cubicBezTo>
                  <a:pt x="16591" y="296462"/>
                  <a:pt x="0" y="279871"/>
                  <a:pt x="0" y="25940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6839587" y="4669277"/>
            <a:ext cx="361313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485030" y="5269614"/>
            <a:ext cx="3214760" cy="7412"/>
          </a:xfrm>
          <a:custGeom>
            <a:avLst/>
            <a:gdLst/>
            <a:ahLst/>
            <a:cxnLst/>
            <a:rect l="l" t="t" r="r" b="b"/>
            <a:pathLst>
              <a:path w="3214760" h="7412">
                <a:moveTo>
                  <a:pt x="0" y="0"/>
                </a:moveTo>
                <a:lnTo>
                  <a:pt x="3214760" y="0"/>
                </a:lnTo>
                <a:lnTo>
                  <a:pt x="3214760" y="7412"/>
                </a:lnTo>
                <a:lnTo>
                  <a:pt x="0" y="7412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4503559" y="544934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56745" y="40532"/>
                </a:moveTo>
                <a:cubicBezTo>
                  <a:pt x="56745" y="36058"/>
                  <a:pt x="60377" y="32426"/>
                  <a:pt x="64851" y="32426"/>
                </a:cubicBezTo>
                <a:cubicBezTo>
                  <a:pt x="69325" y="32426"/>
                  <a:pt x="72957" y="36058"/>
                  <a:pt x="72957" y="40532"/>
                </a:cubicBezTo>
                <a:cubicBezTo>
                  <a:pt x="72957" y="45006"/>
                  <a:pt x="69325" y="48638"/>
                  <a:pt x="64851" y="48638"/>
                </a:cubicBezTo>
                <a:cubicBezTo>
                  <a:pt x="60377" y="48638"/>
                  <a:pt x="56745" y="45006"/>
                  <a:pt x="56745" y="40532"/>
                </a:cubicBezTo>
                <a:close/>
                <a:moveTo>
                  <a:pt x="54718" y="56745"/>
                </a:moveTo>
                <a:lnTo>
                  <a:pt x="66878" y="56745"/>
                </a:lnTo>
                <a:cubicBezTo>
                  <a:pt x="70247" y="56745"/>
                  <a:pt x="72957" y="59455"/>
                  <a:pt x="72957" y="62824"/>
                </a:cubicBezTo>
                <a:lnTo>
                  <a:pt x="72957" y="85117"/>
                </a:lnTo>
                <a:lnTo>
                  <a:pt x="74984" y="85117"/>
                </a:lnTo>
                <a:cubicBezTo>
                  <a:pt x="78353" y="85117"/>
                  <a:pt x="81064" y="87828"/>
                  <a:pt x="81064" y="91197"/>
                </a:cubicBezTo>
                <a:cubicBezTo>
                  <a:pt x="81064" y="94566"/>
                  <a:pt x="78353" y="97277"/>
                  <a:pt x="74984" y="97277"/>
                </a:cubicBezTo>
                <a:lnTo>
                  <a:pt x="54718" y="97277"/>
                </a:lnTo>
                <a:cubicBezTo>
                  <a:pt x="51349" y="97277"/>
                  <a:pt x="48638" y="94566"/>
                  <a:pt x="48638" y="91197"/>
                </a:cubicBezTo>
                <a:cubicBezTo>
                  <a:pt x="48638" y="87828"/>
                  <a:pt x="51349" y="85117"/>
                  <a:pt x="54718" y="85117"/>
                </a:cubicBezTo>
                <a:lnTo>
                  <a:pt x="60798" y="85117"/>
                </a:lnTo>
                <a:lnTo>
                  <a:pt x="60798" y="68904"/>
                </a:lnTo>
                <a:lnTo>
                  <a:pt x="54718" y="68904"/>
                </a:lnTo>
                <a:cubicBezTo>
                  <a:pt x="51349" y="68904"/>
                  <a:pt x="48638" y="66194"/>
                  <a:pt x="48638" y="62824"/>
                </a:cubicBezTo>
                <a:cubicBezTo>
                  <a:pt x="48638" y="59455"/>
                  <a:pt x="51349" y="56745"/>
                  <a:pt x="54718" y="56745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91" name="Text 89"/>
          <p:cNvSpPr/>
          <p:nvPr/>
        </p:nvSpPr>
        <p:spPr>
          <a:xfrm>
            <a:off x="4721273" y="5421548"/>
            <a:ext cx="137113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Excludes dynamic J &amp; Z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132555" y="1526779"/>
            <a:ext cx="3674276" cy="4313522"/>
          </a:xfrm>
          <a:custGeom>
            <a:avLst/>
            <a:gdLst/>
            <a:ahLst/>
            <a:cxnLst/>
            <a:rect l="l" t="t" r="r" b="b"/>
            <a:pathLst>
              <a:path w="3674276" h="4313522">
                <a:moveTo>
                  <a:pt x="111184" y="0"/>
                </a:moveTo>
                <a:lnTo>
                  <a:pt x="3563092" y="0"/>
                </a:lnTo>
                <a:cubicBezTo>
                  <a:pt x="3624497" y="0"/>
                  <a:pt x="3674276" y="49779"/>
                  <a:pt x="3674276" y="111184"/>
                </a:cubicBezTo>
                <a:lnTo>
                  <a:pt x="3674276" y="4202339"/>
                </a:lnTo>
                <a:cubicBezTo>
                  <a:pt x="3674276" y="4263744"/>
                  <a:pt x="3624497" y="4313522"/>
                  <a:pt x="3563092" y="4313522"/>
                </a:cubicBezTo>
                <a:lnTo>
                  <a:pt x="111184" y="4313522"/>
                </a:lnTo>
                <a:cubicBezTo>
                  <a:pt x="49779" y="4313522"/>
                  <a:pt x="0" y="4263744"/>
                  <a:pt x="0" y="4202339"/>
                </a:cubicBezTo>
                <a:lnTo>
                  <a:pt x="0" y="111184"/>
                </a:lnTo>
                <a:cubicBezTo>
                  <a:pt x="0" y="49779"/>
                  <a:pt x="49779" y="0"/>
                  <a:pt x="111184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2032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362313" y="1756538"/>
            <a:ext cx="592924" cy="592924"/>
          </a:xfrm>
          <a:custGeom>
            <a:avLst/>
            <a:gdLst/>
            <a:ahLst/>
            <a:cxnLst/>
            <a:rect l="l" t="t" r="r" b="b"/>
            <a:pathLst>
              <a:path w="592924" h="592924">
                <a:moveTo>
                  <a:pt x="111173" y="0"/>
                </a:moveTo>
                <a:lnTo>
                  <a:pt x="481751" y="0"/>
                </a:lnTo>
                <a:cubicBezTo>
                  <a:pt x="543150" y="0"/>
                  <a:pt x="592924" y="49774"/>
                  <a:pt x="592924" y="111173"/>
                </a:cubicBezTo>
                <a:lnTo>
                  <a:pt x="592924" y="481751"/>
                </a:lnTo>
                <a:cubicBezTo>
                  <a:pt x="592924" y="543150"/>
                  <a:pt x="543150" y="592924"/>
                  <a:pt x="481751" y="592924"/>
                </a:cubicBezTo>
                <a:lnTo>
                  <a:pt x="111173" y="592924"/>
                </a:lnTo>
                <a:cubicBezTo>
                  <a:pt x="49774" y="592924"/>
                  <a:pt x="0" y="543150"/>
                  <a:pt x="0" y="481751"/>
                </a:cubicBezTo>
                <a:lnTo>
                  <a:pt x="0" y="111173"/>
                </a:lnTo>
                <a:cubicBezTo>
                  <a:pt x="0" y="49774"/>
                  <a:pt x="49774" y="0"/>
                  <a:pt x="111173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8522125" y="1914034"/>
            <a:ext cx="277933" cy="277933"/>
          </a:xfrm>
          <a:custGeom>
            <a:avLst/>
            <a:gdLst/>
            <a:ahLst/>
            <a:cxnLst/>
            <a:rect l="l" t="t" r="r" b="b"/>
            <a:pathLst>
              <a:path w="277933" h="277933">
                <a:moveTo>
                  <a:pt x="138967" y="260562"/>
                </a:moveTo>
                <a:cubicBezTo>
                  <a:pt x="215724" y="260562"/>
                  <a:pt x="277933" y="202207"/>
                  <a:pt x="277933" y="130281"/>
                </a:cubicBezTo>
                <a:cubicBezTo>
                  <a:pt x="277933" y="58355"/>
                  <a:pt x="215724" y="0"/>
                  <a:pt x="138967" y="0"/>
                </a:cubicBezTo>
                <a:cubicBezTo>
                  <a:pt x="62209" y="0"/>
                  <a:pt x="0" y="58355"/>
                  <a:pt x="0" y="130281"/>
                </a:cubicBezTo>
                <a:cubicBezTo>
                  <a:pt x="0" y="159757"/>
                  <a:pt x="10422" y="186899"/>
                  <a:pt x="28010" y="208721"/>
                </a:cubicBezTo>
                <a:lnTo>
                  <a:pt x="1520" y="258825"/>
                </a:lnTo>
                <a:cubicBezTo>
                  <a:pt x="-1086" y="263711"/>
                  <a:pt x="-271" y="269682"/>
                  <a:pt x="3474" y="273753"/>
                </a:cubicBezTo>
                <a:cubicBezTo>
                  <a:pt x="7220" y="277825"/>
                  <a:pt x="13137" y="279073"/>
                  <a:pt x="18185" y="276902"/>
                </a:cubicBezTo>
                <a:lnTo>
                  <a:pt x="82457" y="249380"/>
                </a:lnTo>
                <a:cubicBezTo>
                  <a:pt x="99719" y="256545"/>
                  <a:pt x="118827" y="260562"/>
                  <a:pt x="138967" y="260562"/>
                </a:cubicBezTo>
                <a:close/>
                <a:moveTo>
                  <a:pt x="69483" y="112910"/>
                </a:moveTo>
                <a:cubicBezTo>
                  <a:pt x="79070" y="112910"/>
                  <a:pt x="86854" y="120694"/>
                  <a:pt x="86854" y="130281"/>
                </a:cubicBezTo>
                <a:cubicBezTo>
                  <a:pt x="86854" y="139868"/>
                  <a:pt x="79070" y="147652"/>
                  <a:pt x="69483" y="147652"/>
                </a:cubicBezTo>
                <a:cubicBezTo>
                  <a:pt x="59896" y="147652"/>
                  <a:pt x="52112" y="139868"/>
                  <a:pt x="52112" y="130281"/>
                </a:cubicBezTo>
                <a:cubicBezTo>
                  <a:pt x="52112" y="120694"/>
                  <a:pt x="59896" y="112910"/>
                  <a:pt x="69483" y="112910"/>
                </a:cubicBezTo>
                <a:close/>
                <a:moveTo>
                  <a:pt x="138967" y="112910"/>
                </a:moveTo>
                <a:cubicBezTo>
                  <a:pt x="148554" y="112910"/>
                  <a:pt x="156337" y="120694"/>
                  <a:pt x="156337" y="130281"/>
                </a:cubicBezTo>
                <a:cubicBezTo>
                  <a:pt x="156337" y="139868"/>
                  <a:pt x="148554" y="147652"/>
                  <a:pt x="138967" y="147652"/>
                </a:cubicBezTo>
                <a:cubicBezTo>
                  <a:pt x="129379" y="147652"/>
                  <a:pt x="121596" y="139868"/>
                  <a:pt x="121596" y="130281"/>
                </a:cubicBezTo>
                <a:cubicBezTo>
                  <a:pt x="121596" y="120694"/>
                  <a:pt x="129379" y="112910"/>
                  <a:pt x="138967" y="112910"/>
                </a:cubicBezTo>
                <a:close/>
                <a:moveTo>
                  <a:pt x="191079" y="130281"/>
                </a:moveTo>
                <a:cubicBezTo>
                  <a:pt x="191079" y="120694"/>
                  <a:pt x="198863" y="112910"/>
                  <a:pt x="208450" y="112910"/>
                </a:cubicBezTo>
                <a:cubicBezTo>
                  <a:pt x="218037" y="112910"/>
                  <a:pt x="225821" y="120694"/>
                  <a:pt x="225821" y="130281"/>
                </a:cubicBezTo>
                <a:cubicBezTo>
                  <a:pt x="225821" y="139868"/>
                  <a:pt x="218037" y="147652"/>
                  <a:pt x="208450" y="147652"/>
                </a:cubicBezTo>
                <a:cubicBezTo>
                  <a:pt x="198863" y="147652"/>
                  <a:pt x="191079" y="139868"/>
                  <a:pt x="191079" y="1302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9103468" y="1793596"/>
            <a:ext cx="1713921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Words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9103468" y="2089943"/>
            <a:ext cx="167686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Vocabulary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362313" y="2534751"/>
            <a:ext cx="3288875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Pre-trained common words enable rapid communication for frequently used expressions and social interactions.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8366019" y="3409314"/>
            <a:ext cx="3212907" cy="489162"/>
          </a:xfrm>
          <a:custGeom>
            <a:avLst/>
            <a:gdLst/>
            <a:ahLst/>
            <a:cxnLst/>
            <a:rect l="l" t="t" r="r" b="b"/>
            <a:pathLst>
              <a:path w="3212907" h="489162">
                <a:moveTo>
                  <a:pt x="74118" y="0"/>
                </a:moveTo>
                <a:lnTo>
                  <a:pt x="3138789" y="0"/>
                </a:lnTo>
                <a:cubicBezTo>
                  <a:pt x="3179723" y="0"/>
                  <a:pt x="3212907" y="33184"/>
                  <a:pt x="3212907" y="74118"/>
                </a:cubicBezTo>
                <a:lnTo>
                  <a:pt x="3212907" y="415044"/>
                </a:lnTo>
                <a:cubicBezTo>
                  <a:pt x="3212907" y="455979"/>
                  <a:pt x="3179723" y="489162"/>
                  <a:pt x="3138789" y="489162"/>
                </a:cubicBezTo>
                <a:lnTo>
                  <a:pt x="74118" y="489162"/>
                </a:lnTo>
                <a:cubicBezTo>
                  <a:pt x="33184" y="489162"/>
                  <a:pt x="0" y="455979"/>
                  <a:pt x="0" y="415044"/>
                </a:cubicBezTo>
                <a:lnTo>
                  <a:pt x="0" y="74118"/>
                </a:lnTo>
                <a:cubicBezTo>
                  <a:pt x="0" y="33211"/>
                  <a:pt x="33211" y="0"/>
                  <a:pt x="74118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22588" y="3542722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83380" y="0"/>
                </a:moveTo>
                <a:cubicBezTo>
                  <a:pt x="91067" y="0"/>
                  <a:pt x="97277" y="6210"/>
                  <a:pt x="97277" y="13897"/>
                </a:cubicBezTo>
                <a:lnTo>
                  <a:pt x="97277" y="104225"/>
                </a:lnTo>
                <a:lnTo>
                  <a:pt x="69483" y="104225"/>
                </a:lnTo>
                <a:lnTo>
                  <a:pt x="69483" y="13897"/>
                </a:lnTo>
                <a:cubicBezTo>
                  <a:pt x="69483" y="6210"/>
                  <a:pt x="75693" y="0"/>
                  <a:pt x="83380" y="0"/>
                </a:cubicBezTo>
                <a:close/>
                <a:moveTo>
                  <a:pt x="125070" y="69483"/>
                </a:moveTo>
                <a:cubicBezTo>
                  <a:pt x="132756" y="69483"/>
                  <a:pt x="138967" y="75693"/>
                  <a:pt x="138967" y="83380"/>
                </a:cubicBezTo>
                <a:lnTo>
                  <a:pt x="138967" y="111173"/>
                </a:lnTo>
                <a:cubicBezTo>
                  <a:pt x="138967" y="118860"/>
                  <a:pt x="132756" y="125070"/>
                  <a:pt x="125070" y="125070"/>
                </a:cubicBezTo>
                <a:cubicBezTo>
                  <a:pt x="117383" y="125070"/>
                  <a:pt x="111173" y="118860"/>
                  <a:pt x="111173" y="111173"/>
                </a:cubicBezTo>
                <a:lnTo>
                  <a:pt x="111173" y="83380"/>
                </a:lnTo>
                <a:cubicBezTo>
                  <a:pt x="111173" y="75693"/>
                  <a:pt x="117383" y="69483"/>
                  <a:pt x="125070" y="69483"/>
                </a:cubicBezTo>
                <a:close/>
                <a:moveTo>
                  <a:pt x="152863" y="97277"/>
                </a:moveTo>
                <a:cubicBezTo>
                  <a:pt x="152863" y="89590"/>
                  <a:pt x="159073" y="83380"/>
                  <a:pt x="166760" y="83380"/>
                </a:cubicBezTo>
                <a:cubicBezTo>
                  <a:pt x="174446" y="83380"/>
                  <a:pt x="180657" y="89590"/>
                  <a:pt x="180657" y="97277"/>
                </a:cubicBezTo>
                <a:lnTo>
                  <a:pt x="180657" y="125070"/>
                </a:lnTo>
                <a:cubicBezTo>
                  <a:pt x="180657" y="132756"/>
                  <a:pt x="174446" y="138967"/>
                  <a:pt x="166760" y="138967"/>
                </a:cubicBezTo>
                <a:cubicBezTo>
                  <a:pt x="159073" y="138967"/>
                  <a:pt x="152863" y="132756"/>
                  <a:pt x="152863" y="125070"/>
                </a:cubicBezTo>
                <a:lnTo>
                  <a:pt x="152863" y="97277"/>
                </a:lnTo>
                <a:close/>
                <a:moveTo>
                  <a:pt x="26621" y="22235"/>
                </a:moveTo>
                <a:lnTo>
                  <a:pt x="62492" y="104225"/>
                </a:lnTo>
                <a:lnTo>
                  <a:pt x="32179" y="104225"/>
                </a:lnTo>
                <a:lnTo>
                  <a:pt x="1173" y="33352"/>
                </a:lnTo>
                <a:cubicBezTo>
                  <a:pt x="-1911" y="26317"/>
                  <a:pt x="1303" y="18153"/>
                  <a:pt x="8338" y="15069"/>
                </a:cubicBezTo>
                <a:cubicBezTo>
                  <a:pt x="15373" y="11986"/>
                  <a:pt x="23537" y="15199"/>
                  <a:pt x="26621" y="22235"/>
                </a:cubicBezTo>
                <a:close/>
                <a:moveTo>
                  <a:pt x="38346" y="118339"/>
                </a:moveTo>
                <a:lnTo>
                  <a:pt x="38259" y="118122"/>
                </a:lnTo>
                <a:lnTo>
                  <a:pt x="79906" y="118122"/>
                </a:lnTo>
                <a:cubicBezTo>
                  <a:pt x="89503" y="118122"/>
                  <a:pt x="97277" y="125895"/>
                  <a:pt x="97277" y="135492"/>
                </a:cubicBezTo>
                <a:cubicBezTo>
                  <a:pt x="97277" y="145090"/>
                  <a:pt x="89503" y="152863"/>
                  <a:pt x="79906" y="152863"/>
                </a:cubicBezTo>
                <a:lnTo>
                  <a:pt x="55587" y="152863"/>
                </a:lnTo>
                <a:cubicBezTo>
                  <a:pt x="51765" y="152863"/>
                  <a:pt x="48638" y="155990"/>
                  <a:pt x="48638" y="159812"/>
                </a:cubicBezTo>
                <a:cubicBezTo>
                  <a:pt x="48638" y="163633"/>
                  <a:pt x="51765" y="166760"/>
                  <a:pt x="55587" y="166760"/>
                </a:cubicBezTo>
                <a:lnTo>
                  <a:pt x="79906" y="166760"/>
                </a:lnTo>
                <a:cubicBezTo>
                  <a:pt x="97190" y="166760"/>
                  <a:pt x="111173" y="152776"/>
                  <a:pt x="111173" y="135492"/>
                </a:cubicBezTo>
                <a:lnTo>
                  <a:pt x="111173" y="135232"/>
                </a:lnTo>
                <a:cubicBezTo>
                  <a:pt x="115255" y="137577"/>
                  <a:pt x="119989" y="138967"/>
                  <a:pt x="125070" y="138967"/>
                </a:cubicBezTo>
                <a:cubicBezTo>
                  <a:pt x="130802" y="138967"/>
                  <a:pt x="136100" y="137229"/>
                  <a:pt x="140530" y="134276"/>
                </a:cubicBezTo>
                <a:cubicBezTo>
                  <a:pt x="144308" y="145090"/>
                  <a:pt x="154644" y="152863"/>
                  <a:pt x="166760" y="152863"/>
                </a:cubicBezTo>
                <a:cubicBezTo>
                  <a:pt x="171841" y="152863"/>
                  <a:pt x="176574" y="151517"/>
                  <a:pt x="180657" y="149128"/>
                </a:cubicBezTo>
                <a:lnTo>
                  <a:pt x="180657" y="152863"/>
                </a:lnTo>
                <a:cubicBezTo>
                  <a:pt x="180657" y="191253"/>
                  <a:pt x="149563" y="222347"/>
                  <a:pt x="111173" y="222347"/>
                </a:cubicBezTo>
                <a:lnTo>
                  <a:pt x="84379" y="222347"/>
                </a:lnTo>
                <a:cubicBezTo>
                  <a:pt x="65966" y="222347"/>
                  <a:pt x="48291" y="215007"/>
                  <a:pt x="35263" y="201979"/>
                </a:cubicBezTo>
                <a:lnTo>
                  <a:pt x="30182" y="196942"/>
                </a:lnTo>
                <a:cubicBezTo>
                  <a:pt x="19759" y="186519"/>
                  <a:pt x="13897" y="172362"/>
                  <a:pt x="13897" y="157640"/>
                </a:cubicBezTo>
                <a:lnTo>
                  <a:pt x="13897" y="145915"/>
                </a:lnTo>
                <a:cubicBezTo>
                  <a:pt x="13897" y="131714"/>
                  <a:pt x="24580" y="119989"/>
                  <a:pt x="38346" y="118339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00" name="Text 98"/>
          <p:cNvSpPr/>
          <p:nvPr/>
        </p:nvSpPr>
        <p:spPr>
          <a:xfrm>
            <a:off x="8870004" y="3524193"/>
            <a:ext cx="46322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Hello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366019" y="4017060"/>
            <a:ext cx="3212907" cy="489162"/>
          </a:xfrm>
          <a:custGeom>
            <a:avLst/>
            <a:gdLst/>
            <a:ahLst/>
            <a:cxnLst/>
            <a:rect l="l" t="t" r="r" b="b"/>
            <a:pathLst>
              <a:path w="3212907" h="489162">
                <a:moveTo>
                  <a:pt x="74118" y="0"/>
                </a:moveTo>
                <a:lnTo>
                  <a:pt x="3138789" y="0"/>
                </a:lnTo>
                <a:cubicBezTo>
                  <a:pt x="3179723" y="0"/>
                  <a:pt x="3212907" y="33184"/>
                  <a:pt x="3212907" y="74118"/>
                </a:cubicBezTo>
                <a:lnTo>
                  <a:pt x="3212907" y="415044"/>
                </a:lnTo>
                <a:cubicBezTo>
                  <a:pt x="3212907" y="455979"/>
                  <a:pt x="3179723" y="489162"/>
                  <a:pt x="3138789" y="489162"/>
                </a:cubicBezTo>
                <a:lnTo>
                  <a:pt x="74118" y="489162"/>
                </a:lnTo>
                <a:cubicBezTo>
                  <a:pt x="33184" y="489162"/>
                  <a:pt x="0" y="455979"/>
                  <a:pt x="0" y="415044"/>
                </a:cubicBezTo>
                <a:lnTo>
                  <a:pt x="0" y="74118"/>
                </a:lnTo>
                <a:cubicBezTo>
                  <a:pt x="0" y="33211"/>
                  <a:pt x="33211" y="0"/>
                  <a:pt x="74118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 w="10160">
            <a:solidFill>
              <a:srgbClr val="DA3832">
                <a:alpha val="30196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08691" y="4150468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04659" y="37825"/>
                </a:moveTo>
                <a:lnTo>
                  <a:pt x="111173" y="46814"/>
                </a:lnTo>
                <a:lnTo>
                  <a:pt x="117687" y="37825"/>
                </a:lnTo>
                <a:cubicBezTo>
                  <a:pt x="128544" y="22799"/>
                  <a:pt x="146002" y="13897"/>
                  <a:pt x="164545" y="13897"/>
                </a:cubicBezTo>
                <a:cubicBezTo>
                  <a:pt x="196464" y="13897"/>
                  <a:pt x="222347" y="39779"/>
                  <a:pt x="222347" y="71698"/>
                </a:cubicBezTo>
                <a:lnTo>
                  <a:pt x="222347" y="72827"/>
                </a:lnTo>
                <a:cubicBezTo>
                  <a:pt x="222347" y="121552"/>
                  <a:pt x="161592" y="178138"/>
                  <a:pt x="129890" y="202327"/>
                </a:cubicBezTo>
                <a:cubicBezTo>
                  <a:pt x="124505" y="206409"/>
                  <a:pt x="117904" y="208450"/>
                  <a:pt x="111173" y="208450"/>
                </a:cubicBezTo>
                <a:cubicBezTo>
                  <a:pt x="104442" y="208450"/>
                  <a:pt x="97798" y="206452"/>
                  <a:pt x="92456" y="202327"/>
                </a:cubicBezTo>
                <a:cubicBezTo>
                  <a:pt x="60754" y="178138"/>
                  <a:pt x="0" y="121552"/>
                  <a:pt x="0" y="72827"/>
                </a:cubicBezTo>
                <a:lnTo>
                  <a:pt x="0" y="71698"/>
                </a:lnTo>
                <a:cubicBezTo>
                  <a:pt x="0" y="39779"/>
                  <a:pt x="25883" y="13897"/>
                  <a:pt x="57801" y="13897"/>
                </a:cubicBezTo>
                <a:cubicBezTo>
                  <a:pt x="76345" y="13897"/>
                  <a:pt x="93802" y="22799"/>
                  <a:pt x="104659" y="37825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03" name="Text 101"/>
          <p:cNvSpPr/>
          <p:nvPr/>
        </p:nvSpPr>
        <p:spPr>
          <a:xfrm>
            <a:off x="8870004" y="4131939"/>
            <a:ext cx="83379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8366019" y="4624808"/>
            <a:ext cx="3212907" cy="489162"/>
          </a:xfrm>
          <a:custGeom>
            <a:avLst/>
            <a:gdLst/>
            <a:ahLst/>
            <a:cxnLst/>
            <a:rect l="l" t="t" r="r" b="b"/>
            <a:pathLst>
              <a:path w="3212907" h="489162">
                <a:moveTo>
                  <a:pt x="74118" y="0"/>
                </a:moveTo>
                <a:lnTo>
                  <a:pt x="3138789" y="0"/>
                </a:lnTo>
                <a:cubicBezTo>
                  <a:pt x="3179723" y="0"/>
                  <a:pt x="3212907" y="33184"/>
                  <a:pt x="3212907" y="74118"/>
                </a:cubicBezTo>
                <a:lnTo>
                  <a:pt x="3212907" y="415044"/>
                </a:lnTo>
                <a:cubicBezTo>
                  <a:pt x="3212907" y="455979"/>
                  <a:pt x="3179723" y="489162"/>
                  <a:pt x="3138789" y="489162"/>
                </a:cubicBezTo>
                <a:lnTo>
                  <a:pt x="74118" y="489162"/>
                </a:lnTo>
                <a:cubicBezTo>
                  <a:pt x="33184" y="489162"/>
                  <a:pt x="0" y="455979"/>
                  <a:pt x="0" y="415044"/>
                </a:cubicBezTo>
                <a:lnTo>
                  <a:pt x="0" y="74118"/>
                </a:lnTo>
                <a:cubicBezTo>
                  <a:pt x="0" y="33211"/>
                  <a:pt x="33211" y="0"/>
                  <a:pt x="74118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508691" y="4758216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34742" y="69483"/>
                </a:moveTo>
                <a:cubicBezTo>
                  <a:pt x="42428" y="69483"/>
                  <a:pt x="48638" y="75693"/>
                  <a:pt x="48638" y="83380"/>
                </a:cubicBezTo>
                <a:lnTo>
                  <a:pt x="48638" y="194553"/>
                </a:lnTo>
                <a:cubicBezTo>
                  <a:pt x="48638" y="202240"/>
                  <a:pt x="42428" y="208450"/>
                  <a:pt x="34742" y="208450"/>
                </a:cubicBezTo>
                <a:lnTo>
                  <a:pt x="13897" y="208450"/>
                </a:lnTo>
                <a:cubicBezTo>
                  <a:pt x="6210" y="208450"/>
                  <a:pt x="0" y="202240"/>
                  <a:pt x="0" y="194553"/>
                </a:cubicBezTo>
                <a:lnTo>
                  <a:pt x="0" y="83380"/>
                </a:lnTo>
                <a:cubicBezTo>
                  <a:pt x="0" y="75693"/>
                  <a:pt x="6210" y="69483"/>
                  <a:pt x="13897" y="69483"/>
                </a:cubicBezTo>
                <a:lnTo>
                  <a:pt x="34742" y="69483"/>
                </a:lnTo>
                <a:close/>
                <a:moveTo>
                  <a:pt x="117514" y="6948"/>
                </a:moveTo>
                <a:cubicBezTo>
                  <a:pt x="129369" y="6948"/>
                  <a:pt x="138967" y="16546"/>
                  <a:pt x="138967" y="28401"/>
                </a:cubicBezTo>
                <a:lnTo>
                  <a:pt x="138967" y="30225"/>
                </a:lnTo>
                <a:cubicBezTo>
                  <a:pt x="138967" y="33178"/>
                  <a:pt x="138402" y="36131"/>
                  <a:pt x="137316" y="38867"/>
                </a:cubicBezTo>
                <a:lnTo>
                  <a:pt x="125070" y="69483"/>
                </a:lnTo>
                <a:lnTo>
                  <a:pt x="194553" y="69483"/>
                </a:lnTo>
                <a:cubicBezTo>
                  <a:pt x="206061" y="69483"/>
                  <a:pt x="215398" y="78820"/>
                  <a:pt x="215398" y="90328"/>
                </a:cubicBezTo>
                <a:cubicBezTo>
                  <a:pt x="215398" y="98883"/>
                  <a:pt x="210230" y="106223"/>
                  <a:pt x="202848" y="109436"/>
                </a:cubicBezTo>
                <a:cubicBezTo>
                  <a:pt x="210230" y="112650"/>
                  <a:pt x="215398" y="119989"/>
                  <a:pt x="215398" y="128544"/>
                </a:cubicBezTo>
                <a:cubicBezTo>
                  <a:pt x="215398" y="138706"/>
                  <a:pt x="208102" y="147174"/>
                  <a:pt x="198462" y="148998"/>
                </a:cubicBezTo>
                <a:cubicBezTo>
                  <a:pt x="200372" y="152168"/>
                  <a:pt x="201502" y="155860"/>
                  <a:pt x="201502" y="159812"/>
                </a:cubicBezTo>
                <a:cubicBezTo>
                  <a:pt x="201502" y="169452"/>
                  <a:pt x="194987" y="177530"/>
                  <a:pt x="186128" y="179918"/>
                </a:cubicBezTo>
                <a:cubicBezTo>
                  <a:pt x="187084" y="182307"/>
                  <a:pt x="187605" y="184912"/>
                  <a:pt x="187605" y="187605"/>
                </a:cubicBezTo>
                <a:cubicBezTo>
                  <a:pt x="187605" y="199113"/>
                  <a:pt x="178268" y="208450"/>
                  <a:pt x="166760" y="208450"/>
                </a:cubicBezTo>
                <a:lnTo>
                  <a:pt x="128588" y="208450"/>
                </a:lnTo>
                <a:cubicBezTo>
                  <a:pt x="112823" y="208450"/>
                  <a:pt x="97494" y="203065"/>
                  <a:pt x="85204" y="193207"/>
                </a:cubicBezTo>
                <a:lnTo>
                  <a:pt x="79906" y="188995"/>
                </a:lnTo>
                <a:cubicBezTo>
                  <a:pt x="73305" y="183740"/>
                  <a:pt x="69483" y="175749"/>
                  <a:pt x="69483" y="167281"/>
                </a:cubicBezTo>
                <a:lnTo>
                  <a:pt x="69483" y="86246"/>
                </a:lnTo>
                <a:cubicBezTo>
                  <a:pt x="69483" y="79775"/>
                  <a:pt x="71003" y="73392"/>
                  <a:pt x="73869" y="67616"/>
                </a:cubicBezTo>
                <a:lnTo>
                  <a:pt x="98275" y="18804"/>
                </a:lnTo>
                <a:cubicBezTo>
                  <a:pt x="101923" y="11552"/>
                  <a:pt x="109349" y="6948"/>
                  <a:pt x="117514" y="6948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06" name="Text 104"/>
          <p:cNvSpPr/>
          <p:nvPr/>
        </p:nvSpPr>
        <p:spPr>
          <a:xfrm>
            <a:off x="8870004" y="4739687"/>
            <a:ext cx="87085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/ Love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8362313" y="5269614"/>
            <a:ext cx="3214760" cy="7412"/>
          </a:xfrm>
          <a:custGeom>
            <a:avLst/>
            <a:gdLst/>
            <a:ahLst/>
            <a:cxnLst/>
            <a:rect l="l" t="t" r="r" b="b"/>
            <a:pathLst>
              <a:path w="3214760" h="7412">
                <a:moveTo>
                  <a:pt x="0" y="0"/>
                </a:moveTo>
                <a:lnTo>
                  <a:pt x="3214760" y="0"/>
                </a:lnTo>
                <a:lnTo>
                  <a:pt x="3214760" y="7412"/>
                </a:lnTo>
                <a:lnTo>
                  <a:pt x="0" y="7412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196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380842" y="5449342"/>
            <a:ext cx="129702" cy="129702"/>
          </a:xfrm>
          <a:custGeom>
            <a:avLst/>
            <a:gdLst/>
            <a:ahLst/>
            <a:cxnLst/>
            <a:rect l="l" t="t" r="r" b="b"/>
            <a:pathLst>
              <a:path w="129702" h="129702">
                <a:moveTo>
                  <a:pt x="64851" y="129702"/>
                </a:moveTo>
                <a:cubicBezTo>
                  <a:pt x="100643" y="129702"/>
                  <a:pt x="129702" y="100643"/>
                  <a:pt x="129702" y="64851"/>
                </a:cubicBezTo>
                <a:cubicBezTo>
                  <a:pt x="129702" y="29059"/>
                  <a:pt x="100643" y="0"/>
                  <a:pt x="64851" y="0"/>
                </a:cubicBezTo>
                <a:cubicBezTo>
                  <a:pt x="29059" y="0"/>
                  <a:pt x="0" y="29059"/>
                  <a:pt x="0" y="64851"/>
                </a:cubicBezTo>
                <a:cubicBezTo>
                  <a:pt x="0" y="100643"/>
                  <a:pt x="29059" y="129702"/>
                  <a:pt x="64851" y="129702"/>
                </a:cubicBezTo>
                <a:close/>
                <a:moveTo>
                  <a:pt x="58771" y="87144"/>
                </a:moveTo>
                <a:lnTo>
                  <a:pt x="58771" y="70931"/>
                </a:lnTo>
                <a:lnTo>
                  <a:pt x="42559" y="70931"/>
                </a:lnTo>
                <a:cubicBezTo>
                  <a:pt x="39189" y="70931"/>
                  <a:pt x="36479" y="68220"/>
                  <a:pt x="36479" y="64851"/>
                </a:cubicBezTo>
                <a:cubicBezTo>
                  <a:pt x="36479" y="61482"/>
                  <a:pt x="39189" y="58771"/>
                  <a:pt x="42559" y="58771"/>
                </a:cubicBezTo>
                <a:lnTo>
                  <a:pt x="58771" y="58771"/>
                </a:lnTo>
                <a:lnTo>
                  <a:pt x="58771" y="42559"/>
                </a:lnTo>
                <a:cubicBezTo>
                  <a:pt x="58771" y="39189"/>
                  <a:pt x="61482" y="36479"/>
                  <a:pt x="64851" y="36479"/>
                </a:cubicBezTo>
                <a:cubicBezTo>
                  <a:pt x="68220" y="36479"/>
                  <a:pt x="70931" y="39189"/>
                  <a:pt x="70931" y="42559"/>
                </a:cubicBezTo>
                <a:lnTo>
                  <a:pt x="70931" y="58771"/>
                </a:lnTo>
                <a:lnTo>
                  <a:pt x="87144" y="58771"/>
                </a:lnTo>
                <a:cubicBezTo>
                  <a:pt x="90513" y="58771"/>
                  <a:pt x="93223" y="61482"/>
                  <a:pt x="93223" y="64851"/>
                </a:cubicBezTo>
                <a:cubicBezTo>
                  <a:pt x="93223" y="68220"/>
                  <a:pt x="90513" y="70931"/>
                  <a:pt x="87144" y="70931"/>
                </a:cubicBezTo>
                <a:lnTo>
                  <a:pt x="70931" y="70931"/>
                </a:lnTo>
                <a:lnTo>
                  <a:pt x="70931" y="87144"/>
                </a:lnTo>
                <a:cubicBezTo>
                  <a:pt x="70931" y="90513"/>
                  <a:pt x="68220" y="93223"/>
                  <a:pt x="64851" y="93223"/>
                </a:cubicBezTo>
                <a:cubicBezTo>
                  <a:pt x="61482" y="93223"/>
                  <a:pt x="58771" y="90513"/>
                  <a:pt x="58771" y="87144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09" name="Text 107"/>
          <p:cNvSpPr/>
          <p:nvPr/>
        </p:nvSpPr>
        <p:spPr>
          <a:xfrm>
            <a:off x="8598556" y="5421548"/>
            <a:ext cx="138040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Expandable vocabulary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374283" y="6033002"/>
            <a:ext cx="11439728" cy="822682"/>
          </a:xfrm>
          <a:custGeom>
            <a:avLst/>
            <a:gdLst/>
            <a:ahLst/>
            <a:cxnLst/>
            <a:rect l="l" t="t" r="r" b="b"/>
            <a:pathLst>
              <a:path w="11439728" h="822682">
                <a:moveTo>
                  <a:pt x="111177" y="0"/>
                </a:moveTo>
                <a:lnTo>
                  <a:pt x="11328550" y="0"/>
                </a:lnTo>
                <a:cubicBezTo>
                  <a:pt x="11389952" y="0"/>
                  <a:pt x="11439728" y="49776"/>
                  <a:pt x="11439728" y="111177"/>
                </a:cubicBezTo>
                <a:lnTo>
                  <a:pt x="11439728" y="711505"/>
                </a:lnTo>
                <a:cubicBezTo>
                  <a:pt x="11439728" y="772906"/>
                  <a:pt x="11389952" y="822682"/>
                  <a:pt x="11328550" y="822682"/>
                </a:cubicBezTo>
                <a:lnTo>
                  <a:pt x="111177" y="822682"/>
                </a:lnTo>
                <a:cubicBezTo>
                  <a:pt x="49776" y="822682"/>
                  <a:pt x="0" y="772906"/>
                  <a:pt x="0" y="711505"/>
                </a:cubicBezTo>
                <a:lnTo>
                  <a:pt x="0" y="111177"/>
                </a:lnTo>
                <a:cubicBezTo>
                  <a:pt x="0" y="49817"/>
                  <a:pt x="49817" y="0"/>
                  <a:pt x="111177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30000"/>
                </a:srgbClr>
              </a:gs>
              <a:gs pos="100000">
                <a:srgbClr val="224C87">
                  <a:alpha val="30000"/>
                </a:srgbClr>
              </a:gs>
            </a:gsLst>
            <a:lin ang="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26220" y="6184940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/>
              </a:gs>
              <a:gs pos="100000">
                <a:srgbClr val="224C87"/>
              </a:gs>
            </a:gsLst>
            <a:lin ang="2700000" scaled="1"/>
          </a:gradFill>
          <a:ln/>
          <a:effectLst>
            <a:outerShdw sx="100000" sy="100000" kx="0" ky="0" algn="bl" rotWithShape="0" blurRad="138967" dist="92644" dir="5400000">
              <a:srgbClr val="000000">
                <a:alpha val="10196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674451" y="6333171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73057" y="5298"/>
                </a:moveTo>
                <a:lnTo>
                  <a:pt x="134754" y="43601"/>
                </a:lnTo>
                <a:lnTo>
                  <a:pt x="178746" y="87592"/>
                </a:lnTo>
                <a:lnTo>
                  <a:pt x="217048" y="49290"/>
                </a:lnTo>
                <a:cubicBezTo>
                  <a:pt x="220436" y="45859"/>
                  <a:pt x="222347" y="41256"/>
                  <a:pt x="222347" y="36479"/>
                </a:cubicBezTo>
                <a:cubicBezTo>
                  <a:pt x="222347" y="31702"/>
                  <a:pt x="220436" y="27098"/>
                  <a:pt x="217048" y="23668"/>
                </a:cubicBezTo>
                <a:lnTo>
                  <a:pt x="198679" y="5298"/>
                </a:lnTo>
                <a:cubicBezTo>
                  <a:pt x="195248" y="1911"/>
                  <a:pt x="190645" y="0"/>
                  <a:pt x="185868" y="0"/>
                </a:cubicBezTo>
                <a:cubicBezTo>
                  <a:pt x="181091" y="0"/>
                  <a:pt x="176488" y="1911"/>
                  <a:pt x="173057" y="5298"/>
                </a:cubicBezTo>
                <a:close/>
                <a:moveTo>
                  <a:pt x="120032" y="58323"/>
                </a:moveTo>
                <a:lnTo>
                  <a:pt x="5298" y="173057"/>
                </a:lnTo>
                <a:cubicBezTo>
                  <a:pt x="1911" y="176488"/>
                  <a:pt x="0" y="181091"/>
                  <a:pt x="0" y="185868"/>
                </a:cubicBezTo>
                <a:cubicBezTo>
                  <a:pt x="0" y="190645"/>
                  <a:pt x="1911" y="195248"/>
                  <a:pt x="5298" y="198679"/>
                </a:cubicBezTo>
                <a:lnTo>
                  <a:pt x="23668" y="217048"/>
                </a:lnTo>
                <a:cubicBezTo>
                  <a:pt x="27098" y="220436"/>
                  <a:pt x="31702" y="222347"/>
                  <a:pt x="36479" y="222347"/>
                </a:cubicBezTo>
                <a:cubicBezTo>
                  <a:pt x="41256" y="222347"/>
                  <a:pt x="45859" y="220436"/>
                  <a:pt x="49290" y="217048"/>
                </a:cubicBezTo>
                <a:lnTo>
                  <a:pt x="164024" y="102314"/>
                </a:lnTo>
                <a:lnTo>
                  <a:pt x="120032" y="583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1193260" y="6184940"/>
            <a:ext cx="6021884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 Overlay Feature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193260" y="6481402"/>
            <a:ext cx="600335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Detected characters are displayed directly on the user's hand in real-time for visual feedback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9487363" y="6184940"/>
            <a:ext cx="1204377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36+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9524421" y="6518459"/>
            <a:ext cx="1130261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Recognizable Signs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10733315" y="6221997"/>
            <a:ext cx="9264" cy="444693"/>
          </a:xfrm>
          <a:custGeom>
            <a:avLst/>
            <a:gdLst/>
            <a:ahLst/>
            <a:cxnLst/>
            <a:rect l="l" t="t" r="r" b="b"/>
            <a:pathLst>
              <a:path w="9264" h="444693">
                <a:moveTo>
                  <a:pt x="0" y="0"/>
                </a:moveTo>
                <a:lnTo>
                  <a:pt x="9264" y="0"/>
                </a:lnTo>
                <a:lnTo>
                  <a:pt x="9264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784269" y="6184940"/>
            <a:ext cx="944973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99.5%</a:t>
            </a:r>
            <a:endParaRPr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10821327" y="6518459"/>
            <a:ext cx="870857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Rate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437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476250"/>
            <a:ext cx="450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 &amp; Compliance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6250" y="92075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scalable architecture built with accessibility at its core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304925"/>
            <a:ext cx="5673725" cy="2165350"/>
          </a:xfrm>
          <a:custGeom>
            <a:avLst/>
            <a:gdLst/>
            <a:ahLst/>
            <a:cxnLst/>
            <a:rect l="l" t="t" r="r" b="b"/>
            <a:pathLst>
              <a:path w="5673725" h="2165350">
                <a:moveTo>
                  <a:pt x="95254" y="0"/>
                </a:moveTo>
                <a:lnTo>
                  <a:pt x="5578471" y="0"/>
                </a:lnTo>
                <a:cubicBezTo>
                  <a:pt x="5631078" y="0"/>
                  <a:pt x="5673725" y="42647"/>
                  <a:pt x="5673725" y="95254"/>
                </a:cubicBezTo>
                <a:lnTo>
                  <a:pt x="5673725" y="2070096"/>
                </a:lnTo>
                <a:cubicBezTo>
                  <a:pt x="5673725" y="2122703"/>
                  <a:pt x="5631078" y="2165350"/>
                  <a:pt x="5578471" y="2165350"/>
                </a:cubicBezTo>
                <a:lnTo>
                  <a:pt x="95254" y="2165350"/>
                </a:lnTo>
                <a:cubicBezTo>
                  <a:pt x="42647" y="2165350"/>
                  <a:pt x="0" y="2122703"/>
                  <a:pt x="0" y="2070096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4038" y="1562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9" name="Text 7"/>
          <p:cNvSpPr/>
          <p:nvPr/>
        </p:nvSpPr>
        <p:spPr>
          <a:xfrm>
            <a:off x="958850" y="153035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2600" y="1974852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7694" y="20859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9667" y="54942"/>
                </a:moveTo>
                <a:cubicBezTo>
                  <a:pt x="127992" y="54384"/>
                  <a:pt x="126318" y="53857"/>
                  <a:pt x="124644" y="53361"/>
                </a:cubicBezTo>
                <a:cubicBezTo>
                  <a:pt x="124923" y="52214"/>
                  <a:pt x="125171" y="51067"/>
                  <a:pt x="125419" y="49919"/>
                </a:cubicBezTo>
                <a:cubicBezTo>
                  <a:pt x="129232" y="31440"/>
                  <a:pt x="126721" y="16588"/>
                  <a:pt x="118256" y="11689"/>
                </a:cubicBezTo>
                <a:cubicBezTo>
                  <a:pt x="110102" y="7007"/>
                  <a:pt x="96800" y="11875"/>
                  <a:pt x="83344" y="23595"/>
                </a:cubicBezTo>
                <a:cubicBezTo>
                  <a:pt x="82010" y="24743"/>
                  <a:pt x="80708" y="25952"/>
                  <a:pt x="79468" y="27161"/>
                </a:cubicBezTo>
                <a:cubicBezTo>
                  <a:pt x="78631" y="26355"/>
                  <a:pt x="77763" y="25549"/>
                  <a:pt x="76895" y="24774"/>
                </a:cubicBezTo>
                <a:cubicBezTo>
                  <a:pt x="62787" y="12247"/>
                  <a:pt x="48648" y="6976"/>
                  <a:pt x="40184" y="11906"/>
                </a:cubicBezTo>
                <a:cubicBezTo>
                  <a:pt x="32060" y="16619"/>
                  <a:pt x="29642" y="30603"/>
                  <a:pt x="33052" y="48090"/>
                </a:cubicBezTo>
                <a:cubicBezTo>
                  <a:pt x="33393" y="49826"/>
                  <a:pt x="33765" y="51532"/>
                  <a:pt x="34199" y="53268"/>
                </a:cubicBezTo>
                <a:cubicBezTo>
                  <a:pt x="32215" y="53826"/>
                  <a:pt x="30262" y="54446"/>
                  <a:pt x="28432" y="55097"/>
                </a:cubicBezTo>
                <a:cubicBezTo>
                  <a:pt x="11875" y="60833"/>
                  <a:pt x="0" y="69887"/>
                  <a:pt x="0" y="79251"/>
                </a:cubicBezTo>
                <a:cubicBezTo>
                  <a:pt x="0" y="88925"/>
                  <a:pt x="12650" y="98630"/>
                  <a:pt x="29859" y="104521"/>
                </a:cubicBezTo>
                <a:cubicBezTo>
                  <a:pt x="31254" y="104986"/>
                  <a:pt x="32649" y="105451"/>
                  <a:pt x="34075" y="105854"/>
                </a:cubicBezTo>
                <a:cubicBezTo>
                  <a:pt x="33610" y="107714"/>
                  <a:pt x="33207" y="109544"/>
                  <a:pt x="32835" y="111435"/>
                </a:cubicBezTo>
                <a:cubicBezTo>
                  <a:pt x="29580" y="128643"/>
                  <a:pt x="32122" y="142286"/>
                  <a:pt x="40246" y="146968"/>
                </a:cubicBezTo>
                <a:cubicBezTo>
                  <a:pt x="48617" y="151805"/>
                  <a:pt x="62694" y="146844"/>
                  <a:pt x="76398" y="134844"/>
                </a:cubicBezTo>
                <a:cubicBezTo>
                  <a:pt x="77484" y="133883"/>
                  <a:pt x="78569" y="132891"/>
                  <a:pt x="79654" y="131837"/>
                </a:cubicBezTo>
                <a:cubicBezTo>
                  <a:pt x="81018" y="133170"/>
                  <a:pt x="82445" y="134441"/>
                  <a:pt x="83871" y="135682"/>
                </a:cubicBezTo>
                <a:cubicBezTo>
                  <a:pt x="97141" y="147092"/>
                  <a:pt x="110257" y="151712"/>
                  <a:pt x="118349" y="147030"/>
                </a:cubicBezTo>
                <a:cubicBezTo>
                  <a:pt x="126721" y="142193"/>
                  <a:pt x="129449" y="127527"/>
                  <a:pt x="125915" y="109668"/>
                </a:cubicBezTo>
                <a:cubicBezTo>
                  <a:pt x="125636" y="108303"/>
                  <a:pt x="125326" y="106908"/>
                  <a:pt x="124985" y="105482"/>
                </a:cubicBezTo>
                <a:cubicBezTo>
                  <a:pt x="125977" y="105203"/>
                  <a:pt x="126938" y="104893"/>
                  <a:pt x="127899" y="104583"/>
                </a:cubicBezTo>
                <a:cubicBezTo>
                  <a:pt x="145790" y="98661"/>
                  <a:pt x="158750" y="89080"/>
                  <a:pt x="158750" y="79251"/>
                </a:cubicBezTo>
                <a:cubicBezTo>
                  <a:pt x="158750" y="69856"/>
                  <a:pt x="146534" y="60740"/>
                  <a:pt x="129667" y="54942"/>
                </a:cubicBezTo>
                <a:close/>
                <a:moveTo>
                  <a:pt x="87716" y="28618"/>
                </a:moveTo>
                <a:cubicBezTo>
                  <a:pt x="99250" y="18573"/>
                  <a:pt x="110009" y="14635"/>
                  <a:pt x="114908" y="17456"/>
                </a:cubicBezTo>
                <a:cubicBezTo>
                  <a:pt x="120148" y="20464"/>
                  <a:pt x="122163" y="32618"/>
                  <a:pt x="118876" y="48586"/>
                </a:cubicBezTo>
                <a:cubicBezTo>
                  <a:pt x="118659" y="49640"/>
                  <a:pt x="118442" y="50664"/>
                  <a:pt x="118163" y="51687"/>
                </a:cubicBezTo>
                <a:cubicBezTo>
                  <a:pt x="111280" y="50136"/>
                  <a:pt x="104304" y="49020"/>
                  <a:pt x="97296" y="48400"/>
                </a:cubicBezTo>
                <a:cubicBezTo>
                  <a:pt x="93266" y="42633"/>
                  <a:pt x="88863" y="37114"/>
                  <a:pt x="84088" y="31936"/>
                </a:cubicBezTo>
                <a:cubicBezTo>
                  <a:pt x="85297" y="30789"/>
                  <a:pt x="86475" y="29704"/>
                  <a:pt x="87716" y="28618"/>
                </a:cubicBezTo>
                <a:close/>
                <a:moveTo>
                  <a:pt x="51842" y="95343"/>
                </a:moveTo>
                <a:cubicBezTo>
                  <a:pt x="53423" y="98041"/>
                  <a:pt x="55035" y="100738"/>
                  <a:pt x="56741" y="103374"/>
                </a:cubicBezTo>
                <a:cubicBezTo>
                  <a:pt x="51904" y="102846"/>
                  <a:pt x="47098" y="102071"/>
                  <a:pt x="42354" y="101048"/>
                </a:cubicBezTo>
                <a:cubicBezTo>
                  <a:pt x="43718" y="96583"/>
                  <a:pt x="45424" y="91963"/>
                  <a:pt x="47408" y="87250"/>
                </a:cubicBezTo>
                <a:cubicBezTo>
                  <a:pt x="48834" y="89979"/>
                  <a:pt x="50292" y="92677"/>
                  <a:pt x="51842" y="95343"/>
                </a:cubicBezTo>
                <a:close/>
                <a:moveTo>
                  <a:pt x="42447" y="58043"/>
                </a:moveTo>
                <a:cubicBezTo>
                  <a:pt x="46912" y="57051"/>
                  <a:pt x="51656" y="56245"/>
                  <a:pt x="56586" y="55625"/>
                </a:cubicBezTo>
                <a:cubicBezTo>
                  <a:pt x="54942" y="58198"/>
                  <a:pt x="53330" y="60833"/>
                  <a:pt x="51811" y="63500"/>
                </a:cubicBezTo>
                <a:cubicBezTo>
                  <a:pt x="50292" y="66135"/>
                  <a:pt x="48803" y="68833"/>
                  <a:pt x="47408" y="71562"/>
                </a:cubicBezTo>
                <a:cubicBezTo>
                  <a:pt x="45455" y="66942"/>
                  <a:pt x="43811" y="62415"/>
                  <a:pt x="42447" y="58043"/>
                </a:cubicBezTo>
                <a:close/>
                <a:moveTo>
                  <a:pt x="50943" y="79406"/>
                </a:moveTo>
                <a:cubicBezTo>
                  <a:pt x="52989" y="75127"/>
                  <a:pt x="55221" y="70941"/>
                  <a:pt x="57578" y="66818"/>
                </a:cubicBezTo>
                <a:cubicBezTo>
                  <a:pt x="59934" y="62694"/>
                  <a:pt x="62477" y="58694"/>
                  <a:pt x="65143" y="54756"/>
                </a:cubicBezTo>
                <a:cubicBezTo>
                  <a:pt x="69794" y="54415"/>
                  <a:pt x="74538" y="54229"/>
                  <a:pt x="79375" y="54229"/>
                </a:cubicBezTo>
                <a:cubicBezTo>
                  <a:pt x="84212" y="54229"/>
                  <a:pt x="88987" y="54415"/>
                  <a:pt x="93607" y="54756"/>
                </a:cubicBezTo>
                <a:cubicBezTo>
                  <a:pt x="96242" y="58663"/>
                  <a:pt x="98754" y="62663"/>
                  <a:pt x="101141" y="66756"/>
                </a:cubicBezTo>
                <a:cubicBezTo>
                  <a:pt x="103529" y="70848"/>
                  <a:pt x="105761" y="75034"/>
                  <a:pt x="107869" y="79282"/>
                </a:cubicBezTo>
                <a:cubicBezTo>
                  <a:pt x="105792" y="83561"/>
                  <a:pt x="103560" y="87778"/>
                  <a:pt x="101172" y="91932"/>
                </a:cubicBezTo>
                <a:cubicBezTo>
                  <a:pt x="98816" y="96056"/>
                  <a:pt x="96304" y="100056"/>
                  <a:pt x="93669" y="104025"/>
                </a:cubicBezTo>
                <a:cubicBezTo>
                  <a:pt x="89049" y="104366"/>
                  <a:pt x="84243" y="104521"/>
                  <a:pt x="79375" y="104521"/>
                </a:cubicBezTo>
                <a:cubicBezTo>
                  <a:pt x="74507" y="104521"/>
                  <a:pt x="69794" y="104366"/>
                  <a:pt x="65236" y="104087"/>
                </a:cubicBezTo>
                <a:cubicBezTo>
                  <a:pt x="62539" y="100149"/>
                  <a:pt x="59996" y="96118"/>
                  <a:pt x="57609" y="91994"/>
                </a:cubicBezTo>
                <a:cubicBezTo>
                  <a:pt x="55221" y="87871"/>
                  <a:pt x="53020" y="83685"/>
                  <a:pt x="50943" y="79406"/>
                </a:cubicBezTo>
                <a:close/>
                <a:moveTo>
                  <a:pt x="106939" y="95281"/>
                </a:moveTo>
                <a:cubicBezTo>
                  <a:pt x="108521" y="92552"/>
                  <a:pt x="110009" y="89793"/>
                  <a:pt x="111466" y="87002"/>
                </a:cubicBezTo>
                <a:cubicBezTo>
                  <a:pt x="113450" y="91498"/>
                  <a:pt x="115187" y="96056"/>
                  <a:pt x="116706" y="100738"/>
                </a:cubicBezTo>
                <a:cubicBezTo>
                  <a:pt x="111900" y="101823"/>
                  <a:pt x="107032" y="102660"/>
                  <a:pt x="102133" y="103219"/>
                </a:cubicBezTo>
                <a:cubicBezTo>
                  <a:pt x="103808" y="100614"/>
                  <a:pt x="105389" y="97948"/>
                  <a:pt x="106939" y="95281"/>
                </a:cubicBezTo>
                <a:close/>
                <a:moveTo>
                  <a:pt x="111404" y="71562"/>
                </a:moveTo>
                <a:cubicBezTo>
                  <a:pt x="109947" y="68833"/>
                  <a:pt x="108458" y="66104"/>
                  <a:pt x="106908" y="63438"/>
                </a:cubicBezTo>
                <a:cubicBezTo>
                  <a:pt x="105389" y="60802"/>
                  <a:pt x="103808" y="58198"/>
                  <a:pt x="102164" y="55625"/>
                </a:cubicBezTo>
                <a:cubicBezTo>
                  <a:pt x="107156" y="56245"/>
                  <a:pt x="111931" y="57082"/>
                  <a:pt x="116396" y="58105"/>
                </a:cubicBezTo>
                <a:cubicBezTo>
                  <a:pt x="114970" y="62694"/>
                  <a:pt x="113295" y="67159"/>
                  <a:pt x="111404" y="71562"/>
                </a:cubicBezTo>
                <a:close/>
                <a:moveTo>
                  <a:pt x="79437" y="36680"/>
                </a:moveTo>
                <a:cubicBezTo>
                  <a:pt x="82693" y="40215"/>
                  <a:pt x="85762" y="43935"/>
                  <a:pt x="88615" y="47780"/>
                </a:cubicBezTo>
                <a:cubicBezTo>
                  <a:pt x="82476" y="47501"/>
                  <a:pt x="76305" y="47501"/>
                  <a:pt x="70166" y="47780"/>
                </a:cubicBezTo>
                <a:cubicBezTo>
                  <a:pt x="73205" y="43780"/>
                  <a:pt x="76336" y="40060"/>
                  <a:pt x="79437" y="36680"/>
                </a:cubicBezTo>
                <a:close/>
                <a:moveTo>
                  <a:pt x="43470" y="17673"/>
                </a:moveTo>
                <a:cubicBezTo>
                  <a:pt x="48679" y="14635"/>
                  <a:pt x="60244" y="18976"/>
                  <a:pt x="72430" y="29766"/>
                </a:cubicBezTo>
                <a:cubicBezTo>
                  <a:pt x="73205" y="30448"/>
                  <a:pt x="73980" y="31192"/>
                  <a:pt x="74786" y="31936"/>
                </a:cubicBezTo>
                <a:cubicBezTo>
                  <a:pt x="69980" y="37114"/>
                  <a:pt x="65546" y="42633"/>
                  <a:pt x="61485" y="48400"/>
                </a:cubicBezTo>
                <a:cubicBezTo>
                  <a:pt x="54477" y="49020"/>
                  <a:pt x="47532" y="50105"/>
                  <a:pt x="40649" y="51625"/>
                </a:cubicBezTo>
                <a:cubicBezTo>
                  <a:pt x="40246" y="50043"/>
                  <a:pt x="39905" y="48431"/>
                  <a:pt x="39563" y="46819"/>
                </a:cubicBezTo>
                <a:cubicBezTo>
                  <a:pt x="36649" y="31812"/>
                  <a:pt x="38571" y="20495"/>
                  <a:pt x="43470" y="17673"/>
                </a:cubicBezTo>
                <a:close/>
                <a:moveTo>
                  <a:pt x="35874" y="99405"/>
                </a:moveTo>
                <a:cubicBezTo>
                  <a:pt x="34572" y="99033"/>
                  <a:pt x="33300" y="98630"/>
                  <a:pt x="32029" y="98196"/>
                </a:cubicBezTo>
                <a:cubicBezTo>
                  <a:pt x="25425" y="96118"/>
                  <a:pt x="17921" y="92832"/>
                  <a:pt x="12495" y="88522"/>
                </a:cubicBezTo>
                <a:cubicBezTo>
                  <a:pt x="9364" y="86351"/>
                  <a:pt x="7255" y="83003"/>
                  <a:pt x="6666" y="79251"/>
                </a:cubicBezTo>
                <a:cubicBezTo>
                  <a:pt x="6666" y="73577"/>
                  <a:pt x="16464" y="66322"/>
                  <a:pt x="30603" y="61392"/>
                </a:cubicBezTo>
                <a:cubicBezTo>
                  <a:pt x="32370" y="60771"/>
                  <a:pt x="34168" y="60213"/>
                  <a:pt x="35967" y="59686"/>
                </a:cubicBezTo>
                <a:cubicBezTo>
                  <a:pt x="38075" y="66415"/>
                  <a:pt x="40618" y="73019"/>
                  <a:pt x="43563" y="79406"/>
                </a:cubicBezTo>
                <a:cubicBezTo>
                  <a:pt x="40587" y="85886"/>
                  <a:pt x="38013" y="92583"/>
                  <a:pt x="35874" y="99405"/>
                </a:cubicBezTo>
                <a:close/>
                <a:moveTo>
                  <a:pt x="72027" y="129791"/>
                </a:moveTo>
                <a:cubicBezTo>
                  <a:pt x="66911" y="134472"/>
                  <a:pt x="60989" y="138193"/>
                  <a:pt x="54539" y="140736"/>
                </a:cubicBezTo>
                <a:cubicBezTo>
                  <a:pt x="51098" y="142379"/>
                  <a:pt x="47129" y="142534"/>
                  <a:pt x="43594" y="141139"/>
                </a:cubicBezTo>
                <a:cubicBezTo>
                  <a:pt x="38664" y="138286"/>
                  <a:pt x="36618" y="127341"/>
                  <a:pt x="39408" y="112613"/>
                </a:cubicBezTo>
                <a:cubicBezTo>
                  <a:pt x="39750" y="110877"/>
                  <a:pt x="40122" y="109141"/>
                  <a:pt x="40556" y="107435"/>
                </a:cubicBezTo>
                <a:cubicBezTo>
                  <a:pt x="47501" y="108924"/>
                  <a:pt x="54508" y="109947"/>
                  <a:pt x="61609" y="110474"/>
                </a:cubicBezTo>
                <a:cubicBezTo>
                  <a:pt x="65701" y="116272"/>
                  <a:pt x="70197" y="121822"/>
                  <a:pt x="75003" y="127031"/>
                </a:cubicBezTo>
                <a:cubicBezTo>
                  <a:pt x="74011" y="127992"/>
                  <a:pt x="73019" y="128922"/>
                  <a:pt x="72027" y="129791"/>
                </a:cubicBezTo>
                <a:close/>
                <a:moveTo>
                  <a:pt x="79623" y="122256"/>
                </a:moveTo>
                <a:cubicBezTo>
                  <a:pt x="76460" y="118845"/>
                  <a:pt x="73298" y="115063"/>
                  <a:pt x="70228" y="111001"/>
                </a:cubicBezTo>
                <a:cubicBezTo>
                  <a:pt x="73205" y="111125"/>
                  <a:pt x="76274" y="111187"/>
                  <a:pt x="79375" y="111187"/>
                </a:cubicBezTo>
                <a:cubicBezTo>
                  <a:pt x="82569" y="111187"/>
                  <a:pt x="85700" y="111125"/>
                  <a:pt x="88801" y="110970"/>
                </a:cubicBezTo>
                <a:cubicBezTo>
                  <a:pt x="85948" y="114908"/>
                  <a:pt x="82879" y="118659"/>
                  <a:pt x="79623" y="122256"/>
                </a:cubicBezTo>
                <a:close/>
                <a:moveTo>
                  <a:pt x="120148" y="131558"/>
                </a:moveTo>
                <a:cubicBezTo>
                  <a:pt x="119869" y="135341"/>
                  <a:pt x="118008" y="138875"/>
                  <a:pt x="115032" y="141263"/>
                </a:cubicBezTo>
                <a:cubicBezTo>
                  <a:pt x="110102" y="144115"/>
                  <a:pt x="99591" y="140395"/>
                  <a:pt x="88243" y="130659"/>
                </a:cubicBezTo>
                <a:cubicBezTo>
                  <a:pt x="86940" y="129542"/>
                  <a:pt x="85638" y="128333"/>
                  <a:pt x="84305" y="127093"/>
                </a:cubicBezTo>
                <a:cubicBezTo>
                  <a:pt x="89049" y="121853"/>
                  <a:pt x="93421" y="116303"/>
                  <a:pt x="97389" y="110474"/>
                </a:cubicBezTo>
                <a:cubicBezTo>
                  <a:pt x="104490" y="109885"/>
                  <a:pt x="111559" y="108800"/>
                  <a:pt x="118535" y="107218"/>
                </a:cubicBezTo>
                <a:cubicBezTo>
                  <a:pt x="118845" y="108490"/>
                  <a:pt x="119125" y="109761"/>
                  <a:pt x="119373" y="111001"/>
                </a:cubicBezTo>
                <a:cubicBezTo>
                  <a:pt x="120892" y="117698"/>
                  <a:pt x="121140" y="124675"/>
                  <a:pt x="120148" y="131558"/>
                </a:cubicBezTo>
                <a:close/>
                <a:moveTo>
                  <a:pt x="125791" y="98227"/>
                </a:moveTo>
                <a:cubicBezTo>
                  <a:pt x="124923" y="98506"/>
                  <a:pt x="124054" y="98785"/>
                  <a:pt x="123155" y="99033"/>
                </a:cubicBezTo>
                <a:cubicBezTo>
                  <a:pt x="120985" y="92273"/>
                  <a:pt x="118318" y="85669"/>
                  <a:pt x="115249" y="79251"/>
                </a:cubicBezTo>
                <a:cubicBezTo>
                  <a:pt x="118225" y="72926"/>
                  <a:pt x="120737" y="66415"/>
                  <a:pt x="122845" y="59748"/>
                </a:cubicBezTo>
                <a:cubicBezTo>
                  <a:pt x="124458" y="60213"/>
                  <a:pt x="126008" y="60709"/>
                  <a:pt x="127496" y="61206"/>
                </a:cubicBezTo>
                <a:cubicBezTo>
                  <a:pt x="141945" y="66167"/>
                  <a:pt x="152084" y="73546"/>
                  <a:pt x="152084" y="79189"/>
                </a:cubicBezTo>
                <a:cubicBezTo>
                  <a:pt x="152084" y="85266"/>
                  <a:pt x="141263" y="93111"/>
                  <a:pt x="125791" y="98227"/>
                </a:cubicBezTo>
                <a:close/>
                <a:moveTo>
                  <a:pt x="79375" y="93576"/>
                </a:moveTo>
                <a:cubicBezTo>
                  <a:pt x="87213" y="93576"/>
                  <a:pt x="93576" y="87213"/>
                  <a:pt x="93576" y="79375"/>
                </a:cubicBezTo>
                <a:cubicBezTo>
                  <a:pt x="93576" y="71537"/>
                  <a:pt x="87213" y="65174"/>
                  <a:pt x="79375" y="65174"/>
                </a:cubicBezTo>
                <a:cubicBezTo>
                  <a:pt x="71537" y="65174"/>
                  <a:pt x="65174" y="71537"/>
                  <a:pt x="65174" y="79375"/>
                </a:cubicBezTo>
                <a:cubicBezTo>
                  <a:pt x="65174" y="87213"/>
                  <a:pt x="71537" y="93576"/>
                  <a:pt x="79375" y="93576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2" name="Text 10"/>
          <p:cNvSpPr/>
          <p:nvPr/>
        </p:nvSpPr>
        <p:spPr>
          <a:xfrm>
            <a:off x="871538" y="2070102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Next.js 15.5.9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209" y="2085977"/>
            <a:ext cx="60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Router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2451102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7772" y="25622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3178C6"/>
          </a:solidFill>
          <a:ln/>
        </p:spPr>
      </p:sp>
      <p:sp>
        <p:nvSpPr>
          <p:cNvPr id="16" name="Text 14"/>
          <p:cNvSpPr/>
          <p:nvPr/>
        </p:nvSpPr>
        <p:spPr>
          <a:xfrm>
            <a:off x="871538" y="2546352"/>
            <a:ext cx="65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75250" y="2562227"/>
            <a:ext cx="61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2600" y="2927352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7694" y="30384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9297" y="9922"/>
                </a:moveTo>
                <a:cubicBezTo>
                  <a:pt x="89297" y="15410"/>
                  <a:pt x="93731" y="19844"/>
                  <a:pt x="99219" y="19844"/>
                </a:cubicBezTo>
                <a:lnTo>
                  <a:pt x="111621" y="19844"/>
                </a:lnTo>
                <a:cubicBezTo>
                  <a:pt x="115745" y="19844"/>
                  <a:pt x="119062" y="23161"/>
                  <a:pt x="119062" y="27285"/>
                </a:cubicBezTo>
                <a:cubicBezTo>
                  <a:pt x="119062" y="31409"/>
                  <a:pt x="115745" y="34727"/>
                  <a:pt x="111621" y="34727"/>
                </a:cubicBezTo>
                <a:lnTo>
                  <a:pt x="9922" y="34727"/>
                </a:lnTo>
                <a:cubicBezTo>
                  <a:pt x="4434" y="34727"/>
                  <a:pt x="0" y="39160"/>
                  <a:pt x="0" y="44648"/>
                </a:cubicBezTo>
                <a:cubicBezTo>
                  <a:pt x="0" y="50136"/>
                  <a:pt x="4434" y="54570"/>
                  <a:pt x="9922" y="54570"/>
                </a:cubicBezTo>
                <a:lnTo>
                  <a:pt x="111621" y="54570"/>
                </a:lnTo>
                <a:cubicBezTo>
                  <a:pt x="126690" y="54570"/>
                  <a:pt x="138906" y="42354"/>
                  <a:pt x="138906" y="27285"/>
                </a:cubicBezTo>
                <a:cubicBezTo>
                  <a:pt x="138906" y="12216"/>
                  <a:pt x="126690" y="0"/>
                  <a:pt x="111621" y="0"/>
                </a:cubicBezTo>
                <a:lnTo>
                  <a:pt x="99219" y="0"/>
                </a:lnTo>
                <a:cubicBezTo>
                  <a:pt x="93731" y="0"/>
                  <a:pt x="89297" y="4434"/>
                  <a:pt x="89297" y="9922"/>
                </a:cubicBezTo>
                <a:close/>
                <a:moveTo>
                  <a:pt x="109141" y="119062"/>
                </a:moveTo>
                <a:cubicBezTo>
                  <a:pt x="109141" y="124551"/>
                  <a:pt x="113574" y="128984"/>
                  <a:pt x="119062" y="128984"/>
                </a:cubicBezTo>
                <a:lnTo>
                  <a:pt x="128984" y="128984"/>
                </a:lnTo>
                <a:cubicBezTo>
                  <a:pt x="145417" y="128984"/>
                  <a:pt x="158750" y="115652"/>
                  <a:pt x="158750" y="99219"/>
                </a:cubicBezTo>
                <a:cubicBezTo>
                  <a:pt x="158750" y="82786"/>
                  <a:pt x="145417" y="69453"/>
                  <a:pt x="128984" y="69453"/>
                </a:cubicBez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119062" y="109141"/>
                </a:lnTo>
                <a:cubicBezTo>
                  <a:pt x="113574" y="109141"/>
                  <a:pt x="109141" y="113574"/>
                  <a:pt x="109141" y="119062"/>
                </a:cubicBezTo>
                <a:close/>
                <a:moveTo>
                  <a:pt x="39688" y="158750"/>
                </a:moveTo>
                <a:lnTo>
                  <a:pt x="52090" y="158750"/>
                </a:lnTo>
                <a:cubicBezTo>
                  <a:pt x="67159" y="158750"/>
                  <a:pt x="79375" y="146534"/>
                  <a:pt x="79375" y="131465"/>
                </a:cubicBezTo>
                <a:cubicBezTo>
                  <a:pt x="79375" y="116396"/>
                  <a:pt x="67159" y="104180"/>
                  <a:pt x="52090" y="104180"/>
                </a:cubicBezTo>
                <a:lnTo>
                  <a:pt x="9922" y="104180"/>
                </a:lnTo>
                <a:cubicBezTo>
                  <a:pt x="4434" y="104180"/>
                  <a:pt x="0" y="108614"/>
                  <a:pt x="0" y="114102"/>
                </a:cubicBezTo>
                <a:cubicBezTo>
                  <a:pt x="0" y="119590"/>
                  <a:pt x="4434" y="124023"/>
                  <a:pt x="9922" y="124023"/>
                </a:cubicBezTo>
                <a:lnTo>
                  <a:pt x="52090" y="124023"/>
                </a:lnTo>
                <a:cubicBezTo>
                  <a:pt x="56214" y="124023"/>
                  <a:pt x="59531" y="127341"/>
                  <a:pt x="59531" y="131465"/>
                </a:cubicBezTo>
                <a:cubicBezTo>
                  <a:pt x="59531" y="135589"/>
                  <a:pt x="56214" y="138906"/>
                  <a:pt x="52090" y="138906"/>
                </a:cubicBezTo>
                <a:lnTo>
                  <a:pt x="39688" y="138906"/>
                </a:lnTo>
                <a:cubicBezTo>
                  <a:pt x="34199" y="138906"/>
                  <a:pt x="29766" y="143340"/>
                  <a:pt x="29766" y="148828"/>
                </a:cubicBezTo>
                <a:cubicBezTo>
                  <a:pt x="29766" y="154316"/>
                  <a:pt x="34199" y="158750"/>
                  <a:pt x="39688" y="15875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871538" y="3022602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51363" y="3038477"/>
            <a:ext cx="124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Mode + Responsive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675" y="3603626"/>
            <a:ext cx="5673725" cy="1847850"/>
          </a:xfrm>
          <a:custGeom>
            <a:avLst/>
            <a:gdLst/>
            <a:ahLst/>
            <a:cxnLst/>
            <a:rect l="l" t="t" r="r" b="b"/>
            <a:pathLst>
              <a:path w="5673725" h="1847850">
                <a:moveTo>
                  <a:pt x="95257" y="0"/>
                </a:moveTo>
                <a:lnTo>
                  <a:pt x="5578468" y="0"/>
                </a:lnTo>
                <a:cubicBezTo>
                  <a:pt x="5631077" y="0"/>
                  <a:pt x="5673725" y="42648"/>
                  <a:pt x="5673725" y="95257"/>
                </a:cubicBezTo>
                <a:lnTo>
                  <a:pt x="5673725" y="1752593"/>
                </a:lnTo>
                <a:cubicBezTo>
                  <a:pt x="5673725" y="1805202"/>
                  <a:pt x="5631077" y="1847850"/>
                  <a:pt x="5578468" y="1847850"/>
                </a:cubicBezTo>
                <a:lnTo>
                  <a:pt x="95257" y="1847850"/>
                </a:lnTo>
                <a:cubicBezTo>
                  <a:pt x="42648" y="1847850"/>
                  <a:pt x="0" y="1805202"/>
                  <a:pt x="0" y="1752593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600" y="376554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7850" y="38607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25" name="Text 23"/>
          <p:cNvSpPr/>
          <p:nvPr/>
        </p:nvSpPr>
        <p:spPr>
          <a:xfrm>
            <a:off x="958850" y="3829049"/>
            <a:ext cx="690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ML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2600" y="4273549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7694" y="438467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9297" y="9922"/>
                </a:moveTo>
                <a:cubicBezTo>
                  <a:pt x="89297" y="4434"/>
                  <a:pt x="84863" y="0"/>
                  <a:pt x="79375" y="0"/>
                </a:cubicBezTo>
                <a:cubicBezTo>
                  <a:pt x="73887" y="0"/>
                  <a:pt x="69453" y="4434"/>
                  <a:pt x="69453" y="9922"/>
                </a:cubicBezTo>
                <a:lnTo>
                  <a:pt x="69453" y="74414"/>
                </a:lnTo>
                <a:cubicBezTo>
                  <a:pt x="69453" y="77143"/>
                  <a:pt x="67221" y="79375"/>
                  <a:pt x="64492" y="79375"/>
                </a:cubicBezTo>
                <a:cubicBezTo>
                  <a:pt x="61764" y="79375"/>
                  <a:pt x="59531" y="77143"/>
                  <a:pt x="59531" y="74414"/>
                </a:cubicBezTo>
                <a:lnTo>
                  <a:pt x="59531" y="19844"/>
                </a:lnTo>
                <a:cubicBezTo>
                  <a:pt x="59531" y="14356"/>
                  <a:pt x="55097" y="9922"/>
                  <a:pt x="49609" y="9922"/>
                </a:cubicBezTo>
                <a:cubicBezTo>
                  <a:pt x="44121" y="9922"/>
                  <a:pt x="39688" y="14356"/>
                  <a:pt x="39688" y="19844"/>
                </a:cubicBezTo>
                <a:lnTo>
                  <a:pt x="39688" y="104180"/>
                </a:lnTo>
                <a:cubicBezTo>
                  <a:pt x="39688" y="104645"/>
                  <a:pt x="39688" y="105141"/>
                  <a:pt x="39719" y="105606"/>
                </a:cubicBezTo>
                <a:lnTo>
                  <a:pt x="20960" y="87747"/>
                </a:lnTo>
                <a:cubicBezTo>
                  <a:pt x="15999" y="83034"/>
                  <a:pt x="8155" y="83220"/>
                  <a:pt x="3411" y="88181"/>
                </a:cubicBezTo>
                <a:cubicBezTo>
                  <a:pt x="-1333" y="93142"/>
                  <a:pt x="-1116" y="100986"/>
                  <a:pt x="3845" y="105730"/>
                </a:cubicBezTo>
                <a:lnTo>
                  <a:pt x="38695" y="138906"/>
                </a:lnTo>
                <a:cubicBezTo>
                  <a:pt x="52059" y="151650"/>
                  <a:pt x="69825" y="158750"/>
                  <a:pt x="88305" y="158750"/>
                </a:cubicBezTo>
                <a:lnTo>
                  <a:pt x="94258" y="158750"/>
                </a:lnTo>
                <a:cubicBezTo>
                  <a:pt x="124396" y="158750"/>
                  <a:pt x="148828" y="134317"/>
                  <a:pt x="148828" y="104180"/>
                </a:cubicBezTo>
                <a:lnTo>
                  <a:pt x="148828" y="39688"/>
                </a:lnTo>
                <a:cubicBezTo>
                  <a:pt x="148828" y="34199"/>
                  <a:pt x="144394" y="29766"/>
                  <a:pt x="138906" y="29766"/>
                </a:cubicBezTo>
                <a:cubicBezTo>
                  <a:pt x="133418" y="29766"/>
                  <a:pt x="128984" y="34199"/>
                  <a:pt x="128984" y="39688"/>
                </a:cubicBezTo>
                <a:lnTo>
                  <a:pt x="128984" y="74414"/>
                </a:lnTo>
                <a:cubicBezTo>
                  <a:pt x="128984" y="77143"/>
                  <a:pt x="126752" y="79375"/>
                  <a:pt x="124023" y="79375"/>
                </a:cubicBezTo>
                <a:cubicBezTo>
                  <a:pt x="121295" y="79375"/>
                  <a:pt x="119062" y="77143"/>
                  <a:pt x="119062" y="74414"/>
                </a:cubicBezTo>
                <a:lnTo>
                  <a:pt x="119062" y="19844"/>
                </a:lnTo>
                <a:cubicBezTo>
                  <a:pt x="119062" y="14356"/>
                  <a:pt x="114629" y="9922"/>
                  <a:pt x="109141" y="9922"/>
                </a:cubicBezTo>
                <a:cubicBezTo>
                  <a:pt x="103653" y="9922"/>
                  <a:pt x="99219" y="14356"/>
                  <a:pt x="99219" y="19844"/>
                </a:cubicBezTo>
                <a:lnTo>
                  <a:pt x="99219" y="74414"/>
                </a:lnTo>
                <a:cubicBezTo>
                  <a:pt x="99219" y="77143"/>
                  <a:pt x="96986" y="79375"/>
                  <a:pt x="94258" y="79375"/>
                </a:cubicBezTo>
                <a:cubicBezTo>
                  <a:pt x="91529" y="79375"/>
                  <a:pt x="89297" y="77143"/>
                  <a:pt x="89297" y="74414"/>
                </a:cubicBezTo>
                <a:lnTo>
                  <a:pt x="89297" y="9922"/>
                </a:lnTo>
                <a:close/>
              </a:path>
            </a:pathLst>
          </a:custGeom>
          <a:solidFill>
            <a:srgbClr val="00A1E0"/>
          </a:solidFill>
          <a:ln/>
        </p:spPr>
      </p:sp>
      <p:sp>
        <p:nvSpPr>
          <p:cNvPr id="28" name="Text 26"/>
          <p:cNvSpPr/>
          <p:nvPr/>
        </p:nvSpPr>
        <p:spPr>
          <a:xfrm>
            <a:off x="871538" y="4368799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MediaPipe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95379" y="4384674"/>
            <a:ext cx="69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Landmarks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2600" y="4749799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7850" y="4876799"/>
            <a:ext cx="98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Precision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68925" y="4845049"/>
            <a:ext cx="44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95.7%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7850" y="5130799"/>
            <a:ext cx="5159375" cy="63500"/>
          </a:xfrm>
          <a:custGeom>
            <a:avLst/>
            <a:gdLst/>
            <a:ahLst/>
            <a:cxnLst/>
            <a:rect l="l" t="t" r="r" b="b"/>
            <a:pathLst>
              <a:path w="5159375" h="63500">
                <a:moveTo>
                  <a:pt x="31750" y="0"/>
                </a:moveTo>
                <a:lnTo>
                  <a:pt x="5127625" y="0"/>
                </a:lnTo>
                <a:cubicBezTo>
                  <a:pt x="5145148" y="0"/>
                  <a:pt x="5159375" y="14227"/>
                  <a:pt x="5159375" y="31750"/>
                </a:cubicBezTo>
                <a:lnTo>
                  <a:pt x="5159375" y="31750"/>
                </a:lnTo>
                <a:cubicBezTo>
                  <a:pt x="5159375" y="49273"/>
                  <a:pt x="5145148" y="63500"/>
                  <a:pt x="512762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77850" y="5130799"/>
            <a:ext cx="4937125" cy="63500"/>
          </a:xfrm>
          <a:custGeom>
            <a:avLst/>
            <a:gdLst/>
            <a:ahLst/>
            <a:cxnLst/>
            <a:rect l="l" t="t" r="r" b="b"/>
            <a:pathLst>
              <a:path w="4937125" h="63500">
                <a:moveTo>
                  <a:pt x="31750" y="0"/>
                </a:moveTo>
                <a:lnTo>
                  <a:pt x="4905375" y="0"/>
                </a:lnTo>
                <a:cubicBezTo>
                  <a:pt x="4922898" y="0"/>
                  <a:pt x="4937125" y="14227"/>
                  <a:pt x="4937125" y="31750"/>
                </a:cubicBezTo>
                <a:lnTo>
                  <a:pt x="4937125" y="31750"/>
                </a:lnTo>
                <a:cubicBezTo>
                  <a:pt x="4937125" y="49273"/>
                  <a:pt x="4922898" y="63500"/>
                  <a:pt x="4905375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194425" y="1304925"/>
            <a:ext cx="5673725" cy="1689100"/>
          </a:xfrm>
          <a:custGeom>
            <a:avLst/>
            <a:gdLst/>
            <a:ahLst/>
            <a:cxnLst/>
            <a:rect l="l" t="t" r="r" b="b"/>
            <a:pathLst>
              <a:path w="5673725" h="1689100">
                <a:moveTo>
                  <a:pt x="95248" y="0"/>
                </a:moveTo>
                <a:lnTo>
                  <a:pt x="5578477" y="0"/>
                </a:lnTo>
                <a:cubicBezTo>
                  <a:pt x="5631081" y="0"/>
                  <a:pt x="5673725" y="42644"/>
                  <a:pt x="5673725" y="95248"/>
                </a:cubicBezTo>
                <a:lnTo>
                  <a:pt x="5673725" y="1593852"/>
                </a:lnTo>
                <a:cubicBezTo>
                  <a:pt x="5673725" y="1646456"/>
                  <a:pt x="5631081" y="1689100"/>
                  <a:pt x="5578477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6350" y="146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7787" y="15621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98537" y="12092"/>
                </a:moveTo>
                <a:cubicBezTo>
                  <a:pt x="194704" y="8967"/>
                  <a:pt x="189086" y="9562"/>
                  <a:pt x="185961" y="13395"/>
                </a:cubicBezTo>
                <a:cubicBezTo>
                  <a:pt x="182835" y="17227"/>
                  <a:pt x="183431" y="22845"/>
                  <a:pt x="187263" y="25971"/>
                </a:cubicBezTo>
                <a:cubicBezTo>
                  <a:pt x="207429" y="42342"/>
                  <a:pt x="220266" y="67270"/>
                  <a:pt x="220266" y="95250"/>
                </a:cubicBezTo>
                <a:cubicBezTo>
                  <a:pt x="220266" y="123230"/>
                  <a:pt x="207429" y="148158"/>
                  <a:pt x="187263" y="164567"/>
                </a:cubicBezTo>
                <a:cubicBezTo>
                  <a:pt x="183431" y="167692"/>
                  <a:pt x="182873" y="173310"/>
                  <a:pt x="185961" y="177143"/>
                </a:cubicBezTo>
                <a:cubicBezTo>
                  <a:pt x="189049" y="180975"/>
                  <a:pt x="194704" y="181533"/>
                  <a:pt x="198537" y="178445"/>
                </a:cubicBezTo>
                <a:cubicBezTo>
                  <a:pt x="222684" y="158762"/>
                  <a:pt x="238125" y="128811"/>
                  <a:pt x="238125" y="95250"/>
                </a:cubicBezTo>
                <a:cubicBezTo>
                  <a:pt x="238125" y="61689"/>
                  <a:pt x="222684" y="31700"/>
                  <a:pt x="198537" y="12092"/>
                </a:cubicBezTo>
                <a:close/>
                <a:moveTo>
                  <a:pt x="176026" y="39812"/>
                </a:moveTo>
                <a:cubicBezTo>
                  <a:pt x="172194" y="36686"/>
                  <a:pt x="166576" y="37281"/>
                  <a:pt x="163450" y="41114"/>
                </a:cubicBezTo>
                <a:cubicBezTo>
                  <a:pt x="160325" y="44946"/>
                  <a:pt x="160920" y="50564"/>
                  <a:pt x="164753" y="53690"/>
                </a:cubicBezTo>
                <a:cubicBezTo>
                  <a:pt x="176845" y="63512"/>
                  <a:pt x="184547" y="78470"/>
                  <a:pt x="184547" y="95250"/>
                </a:cubicBezTo>
                <a:cubicBezTo>
                  <a:pt x="184547" y="112030"/>
                  <a:pt x="176845" y="126988"/>
                  <a:pt x="164753" y="136847"/>
                </a:cubicBezTo>
                <a:cubicBezTo>
                  <a:pt x="160920" y="139973"/>
                  <a:pt x="160362" y="145591"/>
                  <a:pt x="163450" y="149423"/>
                </a:cubicBezTo>
                <a:cubicBezTo>
                  <a:pt x="166539" y="153256"/>
                  <a:pt x="172194" y="153814"/>
                  <a:pt x="176026" y="150726"/>
                </a:cubicBezTo>
                <a:cubicBezTo>
                  <a:pt x="192100" y="137629"/>
                  <a:pt x="202406" y="117649"/>
                  <a:pt x="202406" y="95287"/>
                </a:cubicBezTo>
                <a:cubicBezTo>
                  <a:pt x="202406" y="72926"/>
                  <a:pt x="192100" y="52946"/>
                  <a:pt x="176026" y="39849"/>
                </a:cubicBezTo>
                <a:close/>
                <a:moveTo>
                  <a:pt x="153516" y="67531"/>
                </a:moveTo>
                <a:cubicBezTo>
                  <a:pt x="149684" y="64405"/>
                  <a:pt x="144066" y="65001"/>
                  <a:pt x="140940" y="68833"/>
                </a:cubicBezTo>
                <a:cubicBezTo>
                  <a:pt x="137815" y="72665"/>
                  <a:pt x="138410" y="78284"/>
                  <a:pt x="142242" y="81409"/>
                </a:cubicBezTo>
                <a:cubicBezTo>
                  <a:pt x="146261" y="84683"/>
                  <a:pt x="148828" y="89669"/>
                  <a:pt x="148828" y="95250"/>
                </a:cubicBezTo>
                <a:cubicBezTo>
                  <a:pt x="148828" y="100831"/>
                  <a:pt x="146261" y="105817"/>
                  <a:pt x="142242" y="109128"/>
                </a:cubicBezTo>
                <a:cubicBezTo>
                  <a:pt x="138410" y="112254"/>
                  <a:pt x="137852" y="117872"/>
                  <a:pt x="140940" y="121704"/>
                </a:cubicBezTo>
                <a:cubicBezTo>
                  <a:pt x="144028" y="125537"/>
                  <a:pt x="149684" y="126095"/>
                  <a:pt x="153516" y="123006"/>
                </a:cubicBezTo>
                <a:cubicBezTo>
                  <a:pt x="161516" y="116421"/>
                  <a:pt x="166688" y="106449"/>
                  <a:pt x="166688" y="95250"/>
                </a:cubicBezTo>
                <a:cubicBezTo>
                  <a:pt x="166688" y="84051"/>
                  <a:pt x="161516" y="74079"/>
                  <a:pt x="153516" y="67531"/>
                </a:cubicBezTo>
                <a:close/>
                <a:moveTo>
                  <a:pt x="29766" y="130969"/>
                </a:moveTo>
                <a:lnTo>
                  <a:pt x="47625" y="130969"/>
                </a:lnTo>
                <a:lnTo>
                  <a:pt x="97520" y="175320"/>
                </a:lnTo>
                <a:cubicBezTo>
                  <a:pt x="99901" y="177440"/>
                  <a:pt x="102952" y="178594"/>
                  <a:pt x="106114" y="178594"/>
                </a:cubicBezTo>
                <a:cubicBezTo>
                  <a:pt x="113258" y="178594"/>
                  <a:pt x="119063" y="172789"/>
                  <a:pt x="119063" y="165646"/>
                </a:cubicBezTo>
                <a:lnTo>
                  <a:pt x="119063" y="24854"/>
                </a:lnTo>
                <a:cubicBezTo>
                  <a:pt x="119063" y="17711"/>
                  <a:pt x="113258" y="11906"/>
                  <a:pt x="106114" y="11906"/>
                </a:cubicBezTo>
                <a:cubicBezTo>
                  <a:pt x="102952" y="11906"/>
                  <a:pt x="99901" y="13060"/>
                  <a:pt x="97520" y="15180"/>
                </a:cubicBezTo>
                <a:lnTo>
                  <a:pt x="47625" y="59531"/>
                </a:lnTo>
                <a:lnTo>
                  <a:pt x="29766" y="59531"/>
                </a:lnTo>
                <a:cubicBezTo>
                  <a:pt x="19906" y="59531"/>
                  <a:pt x="11906" y="67531"/>
                  <a:pt x="11906" y="77391"/>
                </a:cubicBezTo>
                <a:lnTo>
                  <a:pt x="11906" y="113109"/>
                </a:lnTo>
                <a:cubicBezTo>
                  <a:pt x="11906" y="122969"/>
                  <a:pt x="19906" y="130969"/>
                  <a:pt x="29766" y="130969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8" name="Text 36"/>
          <p:cNvSpPr/>
          <p:nvPr/>
        </p:nvSpPr>
        <p:spPr>
          <a:xfrm>
            <a:off x="6832600" y="1530350"/>
            <a:ext cx="142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APIs &amp; Services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6350" y="1974852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91287" y="208597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29766" y="29766"/>
                </a:moveTo>
                <a:cubicBezTo>
                  <a:pt x="29766" y="13333"/>
                  <a:pt x="43098" y="0"/>
                  <a:pt x="59531" y="0"/>
                </a:cubicBezTo>
                <a:cubicBezTo>
                  <a:pt x="75127" y="0"/>
                  <a:pt x="87933" y="11999"/>
                  <a:pt x="89204" y="27285"/>
                </a:cubicBezTo>
                <a:lnTo>
                  <a:pt x="71934" y="27285"/>
                </a:lnTo>
                <a:cubicBezTo>
                  <a:pt x="67810" y="27285"/>
                  <a:pt x="64492" y="30603"/>
                  <a:pt x="64492" y="34727"/>
                </a:cubicBezTo>
                <a:cubicBezTo>
                  <a:pt x="64492" y="38850"/>
                  <a:pt x="67810" y="42168"/>
                  <a:pt x="71934" y="42168"/>
                </a:cubicBezTo>
                <a:lnTo>
                  <a:pt x="89297" y="42168"/>
                </a:lnTo>
                <a:lnTo>
                  <a:pt x="89297" y="57051"/>
                </a:lnTo>
                <a:lnTo>
                  <a:pt x="71934" y="57051"/>
                </a:lnTo>
                <a:cubicBezTo>
                  <a:pt x="67810" y="57051"/>
                  <a:pt x="64492" y="60368"/>
                  <a:pt x="64492" y="64492"/>
                </a:cubicBezTo>
                <a:cubicBezTo>
                  <a:pt x="64492" y="68616"/>
                  <a:pt x="67810" y="71934"/>
                  <a:pt x="71934" y="71934"/>
                </a:cubicBezTo>
                <a:lnTo>
                  <a:pt x="89204" y="71934"/>
                </a:lnTo>
                <a:cubicBezTo>
                  <a:pt x="87933" y="87219"/>
                  <a:pt x="75158" y="99219"/>
                  <a:pt x="59531" y="99219"/>
                </a:cubicBezTo>
                <a:cubicBezTo>
                  <a:pt x="43098" y="99219"/>
                  <a:pt x="29766" y="85886"/>
                  <a:pt x="29766" y="69453"/>
                </a:cubicBezTo>
                <a:lnTo>
                  <a:pt x="29766" y="29766"/>
                </a:lnTo>
                <a:close/>
                <a:moveTo>
                  <a:pt x="7441" y="49609"/>
                </a:moveTo>
                <a:cubicBezTo>
                  <a:pt x="11565" y="49609"/>
                  <a:pt x="14883" y="52927"/>
                  <a:pt x="14883" y="57051"/>
                </a:cubicBezTo>
                <a:lnTo>
                  <a:pt x="14883" y="69453"/>
                </a:lnTo>
                <a:cubicBezTo>
                  <a:pt x="14883" y="94103"/>
                  <a:pt x="34882" y="114102"/>
                  <a:pt x="59531" y="114102"/>
                </a:cubicBezTo>
                <a:cubicBezTo>
                  <a:pt x="84181" y="114102"/>
                  <a:pt x="104180" y="94103"/>
                  <a:pt x="104180" y="69453"/>
                </a:cubicBezTo>
                <a:lnTo>
                  <a:pt x="104180" y="57051"/>
                </a:lnTo>
                <a:cubicBezTo>
                  <a:pt x="104180" y="52927"/>
                  <a:pt x="107497" y="49609"/>
                  <a:pt x="111621" y="49609"/>
                </a:cubicBezTo>
                <a:cubicBezTo>
                  <a:pt x="115745" y="49609"/>
                  <a:pt x="119062" y="52927"/>
                  <a:pt x="119062" y="57051"/>
                </a:cubicBezTo>
                <a:lnTo>
                  <a:pt x="119062" y="69453"/>
                </a:lnTo>
                <a:cubicBezTo>
                  <a:pt x="119062" y="99808"/>
                  <a:pt x="96335" y="124861"/>
                  <a:pt x="66973" y="128519"/>
                </a:cubicBezTo>
                <a:lnTo>
                  <a:pt x="66973" y="143867"/>
                </a:lnTo>
                <a:lnTo>
                  <a:pt x="81855" y="143867"/>
                </a:lnTo>
                <a:cubicBezTo>
                  <a:pt x="85979" y="143867"/>
                  <a:pt x="89297" y="147185"/>
                  <a:pt x="89297" y="151309"/>
                </a:cubicBezTo>
                <a:cubicBezTo>
                  <a:pt x="89297" y="155432"/>
                  <a:pt x="85979" y="158750"/>
                  <a:pt x="81855" y="158750"/>
                </a:cubicBezTo>
                <a:lnTo>
                  <a:pt x="37207" y="158750"/>
                </a:lnTo>
                <a:cubicBezTo>
                  <a:pt x="33083" y="158750"/>
                  <a:pt x="29766" y="155432"/>
                  <a:pt x="29766" y="151309"/>
                </a:cubicBezTo>
                <a:cubicBezTo>
                  <a:pt x="29766" y="147185"/>
                  <a:pt x="33083" y="143867"/>
                  <a:pt x="37207" y="143867"/>
                </a:cubicBezTo>
                <a:lnTo>
                  <a:pt x="52090" y="143867"/>
                </a:lnTo>
                <a:lnTo>
                  <a:pt x="52090" y="128519"/>
                </a:lnTo>
                <a:cubicBezTo>
                  <a:pt x="22727" y="124861"/>
                  <a:pt x="0" y="99808"/>
                  <a:pt x="0" y="69453"/>
                </a:cubicBezTo>
                <a:lnTo>
                  <a:pt x="0" y="57051"/>
                </a:lnTo>
                <a:cubicBezTo>
                  <a:pt x="0" y="52927"/>
                  <a:pt x="3318" y="49609"/>
                  <a:pt x="7441" y="49609"/>
                </a:cubicBezTo>
                <a:close/>
              </a:path>
            </a:pathLst>
          </a:custGeom>
          <a:solidFill>
            <a:srgbClr val="4285F4"/>
          </a:solidFill>
          <a:ln/>
        </p:spPr>
      </p:sp>
      <p:sp>
        <p:nvSpPr>
          <p:cNvPr id="41" name="Text 39"/>
          <p:cNvSpPr/>
          <p:nvPr/>
        </p:nvSpPr>
        <p:spPr>
          <a:xfrm>
            <a:off x="6745287" y="2070102"/>
            <a:ext cx="99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Speech API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43915" y="2085977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6350" y="2451102"/>
            <a:ext cx="5349875" cy="381000"/>
          </a:xfrm>
          <a:custGeom>
            <a:avLst/>
            <a:gdLst/>
            <a:ahLst/>
            <a:cxnLst/>
            <a:rect l="l" t="t" r="r" b="b"/>
            <a:pathLst>
              <a:path w="5349875" h="3810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17499"/>
                </a:lnTo>
                <a:cubicBezTo>
                  <a:pt x="5349875" y="352570"/>
                  <a:pt x="5321445" y="381000"/>
                  <a:pt x="5286374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1444" y="256222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6230" y="20092"/>
                </a:moveTo>
                <a:lnTo>
                  <a:pt x="43005" y="29766"/>
                </a:lnTo>
                <a:lnTo>
                  <a:pt x="19844" y="29766"/>
                </a:lnTo>
                <a:cubicBezTo>
                  <a:pt x="8899" y="29766"/>
                  <a:pt x="0" y="38664"/>
                  <a:pt x="0" y="49609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38906" y="148828"/>
                </a:lnTo>
                <a:cubicBezTo>
                  <a:pt x="149851" y="148828"/>
                  <a:pt x="158750" y="139929"/>
                  <a:pt x="158750" y="128984"/>
                </a:cubicBezTo>
                <a:lnTo>
                  <a:pt x="158750" y="49609"/>
                </a:lnTo>
                <a:cubicBezTo>
                  <a:pt x="158750" y="38664"/>
                  <a:pt x="149851" y="29766"/>
                  <a:pt x="138906" y="29766"/>
                </a:cubicBezTo>
                <a:lnTo>
                  <a:pt x="115745" y="29766"/>
                </a:lnTo>
                <a:lnTo>
                  <a:pt x="112520" y="20092"/>
                </a:lnTo>
                <a:cubicBezTo>
                  <a:pt x="110505" y="14015"/>
                  <a:pt x="104831" y="9922"/>
                  <a:pt x="98413" y="9922"/>
                </a:cubicBezTo>
                <a:lnTo>
                  <a:pt x="60337" y="9922"/>
                </a:lnTo>
                <a:cubicBezTo>
                  <a:pt x="53919" y="9922"/>
                  <a:pt x="48245" y="14015"/>
                  <a:pt x="46230" y="20092"/>
                </a:cubicBezTo>
                <a:close/>
                <a:moveTo>
                  <a:pt x="79375" y="59531"/>
                </a:moveTo>
                <a:cubicBezTo>
                  <a:pt x="95803" y="59531"/>
                  <a:pt x="109141" y="72869"/>
                  <a:pt x="109141" y="89297"/>
                </a:cubicBezTo>
                <a:cubicBezTo>
                  <a:pt x="109141" y="105725"/>
                  <a:pt x="95803" y="119062"/>
                  <a:pt x="79375" y="119062"/>
                </a:cubicBezTo>
                <a:cubicBezTo>
                  <a:pt x="62947" y="119062"/>
                  <a:pt x="49609" y="105725"/>
                  <a:pt x="49609" y="89297"/>
                </a:cubicBezTo>
                <a:cubicBezTo>
                  <a:pt x="49609" y="72869"/>
                  <a:pt x="62947" y="59531"/>
                  <a:pt x="79375" y="59531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5" name="Text 43"/>
          <p:cNvSpPr/>
          <p:nvPr/>
        </p:nvSpPr>
        <p:spPr>
          <a:xfrm>
            <a:off x="6745287" y="2546352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MediaDevices API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874375" y="2562227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Access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4425" y="3127376"/>
            <a:ext cx="5673725" cy="3276600"/>
          </a:xfrm>
          <a:custGeom>
            <a:avLst/>
            <a:gdLst/>
            <a:ahLst/>
            <a:cxnLst/>
            <a:rect l="l" t="t" r="r" b="b"/>
            <a:pathLst>
              <a:path w="5673725" h="3276600">
                <a:moveTo>
                  <a:pt x="95251" y="0"/>
                </a:moveTo>
                <a:lnTo>
                  <a:pt x="5578474" y="0"/>
                </a:lnTo>
                <a:cubicBezTo>
                  <a:pt x="5631080" y="0"/>
                  <a:pt x="5673725" y="42645"/>
                  <a:pt x="5673725" y="95251"/>
                </a:cubicBezTo>
                <a:lnTo>
                  <a:pt x="5673725" y="3181349"/>
                </a:lnTo>
                <a:cubicBezTo>
                  <a:pt x="5673725" y="3233955"/>
                  <a:pt x="5631080" y="3276600"/>
                  <a:pt x="5578474" y="3276600"/>
                </a:cubicBezTo>
                <a:lnTo>
                  <a:pt x="95251" y="3276600"/>
                </a:lnTo>
                <a:cubicBezTo>
                  <a:pt x="42645" y="3276600"/>
                  <a:pt x="0" y="3233955"/>
                  <a:pt x="0" y="3181349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20000"/>
                </a:srgbClr>
              </a:gs>
              <a:gs pos="100000">
                <a:srgbClr val="224C87">
                  <a:alpha val="2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6350" y="328929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/>
              </a:gs>
              <a:gs pos="100000">
                <a:srgbClr val="224C87"/>
              </a:gs>
            </a:gsLst>
            <a:lin ang="270000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6451600" y="33845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60089" y="63215"/>
                </a:moveTo>
                <a:cubicBezTo>
                  <a:pt x="55550" y="61280"/>
                  <a:pt x="50304" y="63364"/>
                  <a:pt x="48369" y="67903"/>
                </a:cubicBezTo>
                <a:cubicBezTo>
                  <a:pt x="46434" y="72442"/>
                  <a:pt x="48518" y="77688"/>
                  <a:pt x="53057" y="79623"/>
                </a:cubicBezTo>
                <a:lnTo>
                  <a:pt x="57485" y="81521"/>
                </a:lnTo>
                <a:cubicBezTo>
                  <a:pt x="63922" y="84274"/>
                  <a:pt x="70582" y="86320"/>
                  <a:pt x="77428" y="87585"/>
                </a:cubicBezTo>
                <a:lnTo>
                  <a:pt x="77428" y="106226"/>
                </a:lnTo>
                <a:cubicBezTo>
                  <a:pt x="77428" y="107826"/>
                  <a:pt x="77167" y="109426"/>
                  <a:pt x="76646" y="110914"/>
                </a:cubicBezTo>
                <a:lnTo>
                  <a:pt x="65968" y="142949"/>
                </a:lnTo>
                <a:cubicBezTo>
                  <a:pt x="64405" y="147638"/>
                  <a:pt x="66935" y="152698"/>
                  <a:pt x="71624" y="154260"/>
                </a:cubicBezTo>
                <a:cubicBezTo>
                  <a:pt x="76312" y="155823"/>
                  <a:pt x="81372" y="153293"/>
                  <a:pt x="82934" y="148605"/>
                </a:cubicBezTo>
                <a:lnTo>
                  <a:pt x="92013" y="121369"/>
                </a:lnTo>
                <a:cubicBezTo>
                  <a:pt x="92497" y="119955"/>
                  <a:pt x="93799" y="118988"/>
                  <a:pt x="95287" y="118988"/>
                </a:cubicBezTo>
                <a:cubicBezTo>
                  <a:pt x="96775" y="118988"/>
                  <a:pt x="98115" y="119955"/>
                  <a:pt x="98561" y="121369"/>
                </a:cubicBezTo>
                <a:lnTo>
                  <a:pt x="107640" y="148605"/>
                </a:lnTo>
                <a:cubicBezTo>
                  <a:pt x="109203" y="153293"/>
                  <a:pt x="114263" y="155823"/>
                  <a:pt x="118951" y="154260"/>
                </a:cubicBezTo>
                <a:cubicBezTo>
                  <a:pt x="123639" y="152698"/>
                  <a:pt x="126132" y="147712"/>
                  <a:pt x="124569" y="143024"/>
                </a:cubicBezTo>
                <a:lnTo>
                  <a:pt x="113891" y="110989"/>
                </a:lnTo>
                <a:cubicBezTo>
                  <a:pt x="113370" y="109463"/>
                  <a:pt x="113109" y="107900"/>
                  <a:pt x="113109" y="106300"/>
                </a:cubicBezTo>
                <a:lnTo>
                  <a:pt x="113109" y="87660"/>
                </a:lnTo>
                <a:cubicBezTo>
                  <a:pt x="119955" y="86358"/>
                  <a:pt x="126616" y="84348"/>
                  <a:pt x="133052" y="81595"/>
                </a:cubicBezTo>
                <a:lnTo>
                  <a:pt x="137480" y="79697"/>
                </a:lnTo>
                <a:cubicBezTo>
                  <a:pt x="142019" y="77763"/>
                  <a:pt x="144103" y="72517"/>
                  <a:pt x="142168" y="67977"/>
                </a:cubicBezTo>
                <a:cubicBezTo>
                  <a:pt x="140233" y="63438"/>
                  <a:pt x="134987" y="61354"/>
                  <a:pt x="130448" y="63289"/>
                </a:cubicBezTo>
                <a:lnTo>
                  <a:pt x="126020" y="65112"/>
                </a:lnTo>
                <a:cubicBezTo>
                  <a:pt x="116309" y="69279"/>
                  <a:pt x="105854" y="71438"/>
                  <a:pt x="95250" y="71438"/>
                </a:cubicBezTo>
                <a:cubicBezTo>
                  <a:pt x="84646" y="71438"/>
                  <a:pt x="74228" y="69279"/>
                  <a:pt x="64480" y="65112"/>
                </a:cubicBezTo>
                <a:lnTo>
                  <a:pt x="60052" y="63215"/>
                </a:lnTo>
                <a:close/>
                <a:moveTo>
                  <a:pt x="95250" y="59531"/>
                </a:moveTo>
                <a:cubicBezTo>
                  <a:pt x="103464" y="59531"/>
                  <a:pt x="110133" y="52862"/>
                  <a:pt x="110133" y="44648"/>
                </a:cubicBezTo>
                <a:cubicBezTo>
                  <a:pt x="110133" y="36434"/>
                  <a:pt x="103464" y="29766"/>
                  <a:pt x="95250" y="29766"/>
                </a:cubicBezTo>
                <a:cubicBezTo>
                  <a:pt x="87036" y="29766"/>
                  <a:pt x="80367" y="36434"/>
                  <a:pt x="80367" y="44648"/>
                </a:cubicBezTo>
                <a:cubicBezTo>
                  <a:pt x="80367" y="52862"/>
                  <a:pt x="87036" y="59531"/>
                  <a:pt x="95250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832600" y="3352799"/>
            <a:ext cx="1166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6350" y="3797299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67475" y="392429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3" name="Text 51"/>
          <p:cNvSpPr/>
          <p:nvPr/>
        </p:nvSpPr>
        <p:spPr>
          <a:xfrm>
            <a:off x="6705600" y="3892549"/>
            <a:ext cx="208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WCAG 2.1 AA Compliant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05600" y="4083049"/>
            <a:ext cx="2079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Meets international accessibility standards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6350" y="4432299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67475" y="455929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57" name="Text 55"/>
          <p:cNvSpPr/>
          <p:nvPr/>
        </p:nvSpPr>
        <p:spPr>
          <a:xfrm>
            <a:off x="6705600" y="4527549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Keyboard Navigation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05600" y="4718049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keyboard control support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56350" y="5067299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67475" y="519429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61" name="Text 59"/>
          <p:cNvSpPr/>
          <p:nvPr/>
        </p:nvSpPr>
        <p:spPr>
          <a:xfrm>
            <a:off x="6705600" y="5162549"/>
            <a:ext cx="158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 Reader Compatible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05600" y="5353049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ARIA labels and semantic HTML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56350" y="5702299"/>
            <a:ext cx="5349875" cy="539750"/>
          </a:xfrm>
          <a:custGeom>
            <a:avLst/>
            <a:gdLst/>
            <a:ahLst/>
            <a:cxnLst/>
            <a:rect l="l" t="t" r="r" b="b"/>
            <a:pathLst>
              <a:path w="5349875" h="539750">
                <a:moveTo>
                  <a:pt x="63502" y="0"/>
                </a:moveTo>
                <a:lnTo>
                  <a:pt x="5286373" y="0"/>
                </a:lnTo>
                <a:cubicBezTo>
                  <a:pt x="5321444" y="0"/>
                  <a:pt x="5349875" y="28431"/>
                  <a:pt x="5349875" y="63502"/>
                </a:cubicBezTo>
                <a:lnTo>
                  <a:pt x="5349875" y="476248"/>
                </a:lnTo>
                <a:cubicBezTo>
                  <a:pt x="5349875" y="511319"/>
                  <a:pt x="5321444" y="539750"/>
                  <a:pt x="528637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67475" y="582929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65" name="Text 63"/>
          <p:cNvSpPr/>
          <p:nvPr/>
        </p:nvSpPr>
        <p:spPr>
          <a:xfrm>
            <a:off x="6705600" y="5797549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Contrast Mode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05600" y="5988049"/>
            <a:ext cx="164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for visual impairments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0675" y="6537327"/>
            <a:ext cx="11547475" cy="641350"/>
          </a:xfrm>
          <a:custGeom>
            <a:avLst/>
            <a:gdLst/>
            <a:ahLst/>
            <a:cxnLst/>
            <a:rect l="l" t="t" r="r" b="b"/>
            <a:pathLst>
              <a:path w="11547475" h="641350">
                <a:moveTo>
                  <a:pt x="63500" y="0"/>
                </a:moveTo>
                <a:lnTo>
                  <a:pt x="11483975" y="0"/>
                </a:lnTo>
                <a:cubicBezTo>
                  <a:pt x="11519045" y="0"/>
                  <a:pt x="11547475" y="28430"/>
                  <a:pt x="11547475" y="63500"/>
                </a:cubicBezTo>
                <a:lnTo>
                  <a:pt x="11547475" y="577850"/>
                </a:lnTo>
                <a:cubicBezTo>
                  <a:pt x="11547475" y="612920"/>
                  <a:pt x="11519045" y="641350"/>
                  <a:pt x="1148397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DA3832">
                  <a:alpha val="30000"/>
                </a:srgbClr>
              </a:gs>
            </a:gsLst>
            <a:lin ang="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4662" y="67626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69" name="Text 67"/>
          <p:cNvSpPr/>
          <p:nvPr/>
        </p:nvSpPr>
        <p:spPr>
          <a:xfrm>
            <a:off x="784225" y="6762653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Privacy-First Architecture: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processing happens locally—no video data is sent to servers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262295" y="6667500"/>
            <a:ext cx="579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286108" y="6921403"/>
            <a:ext cx="531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Calls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924878" y="6699153"/>
            <a:ext cx="7938" cy="317500"/>
          </a:xfrm>
          <a:custGeom>
            <a:avLst/>
            <a:gdLst/>
            <a:ahLst/>
            <a:cxnLst/>
            <a:rect l="l" t="t" r="r" b="b"/>
            <a:pathLst>
              <a:path w="7938" h="317500">
                <a:moveTo>
                  <a:pt x="0" y="0"/>
                </a:moveTo>
                <a:lnTo>
                  <a:pt x="7938" y="0"/>
                </a:lnTo>
                <a:lnTo>
                  <a:pt x="7938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73" name="Text 71"/>
          <p:cNvSpPr/>
          <p:nvPr/>
        </p:nvSpPr>
        <p:spPr>
          <a:xfrm>
            <a:off x="11012190" y="6667500"/>
            <a:ext cx="77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036003" y="6921403"/>
            <a:ext cx="730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Processing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434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476250"/>
            <a:ext cx="4484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Dual-Purpose Application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6250" y="92075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both accessibility and education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3850" y="1308100"/>
            <a:ext cx="5672137" cy="4711700"/>
          </a:xfrm>
          <a:custGeom>
            <a:avLst/>
            <a:gdLst/>
            <a:ahLst/>
            <a:cxnLst/>
            <a:rect l="l" t="t" r="r" b="b"/>
            <a:pathLst>
              <a:path w="5672137" h="4711700">
                <a:moveTo>
                  <a:pt x="95271" y="0"/>
                </a:moveTo>
                <a:lnTo>
                  <a:pt x="5576867" y="0"/>
                </a:lnTo>
                <a:cubicBezTo>
                  <a:pt x="5629483" y="0"/>
                  <a:pt x="5672137" y="42654"/>
                  <a:pt x="5672137" y="95271"/>
                </a:cubicBezTo>
                <a:lnTo>
                  <a:pt x="5672137" y="4616429"/>
                </a:lnTo>
                <a:cubicBezTo>
                  <a:pt x="5672137" y="4669046"/>
                  <a:pt x="5629483" y="4711700"/>
                  <a:pt x="5576867" y="4711700"/>
                </a:cubicBezTo>
                <a:lnTo>
                  <a:pt x="95271" y="4711700"/>
                </a:lnTo>
                <a:cubicBezTo>
                  <a:pt x="42654" y="4711700"/>
                  <a:pt x="0" y="4669046"/>
                  <a:pt x="0" y="4616429"/>
                </a:cubicBezTo>
                <a:lnTo>
                  <a:pt x="0" y="95271"/>
                </a:lnTo>
                <a:cubicBezTo>
                  <a:pt x="0" y="42689"/>
                  <a:pt x="42689" y="0"/>
                  <a:pt x="95271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2032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0700" y="150495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1A1A1A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2739" y="163988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78594" y="66973"/>
                </a:moveTo>
                <a:cubicBezTo>
                  <a:pt x="178594" y="112179"/>
                  <a:pt x="138596" y="148828"/>
                  <a:pt x="89297" y="148828"/>
                </a:cubicBezTo>
                <a:cubicBezTo>
                  <a:pt x="76879" y="148828"/>
                  <a:pt x="65066" y="146503"/>
                  <a:pt x="54322" y="142317"/>
                </a:cubicBezTo>
                <a:lnTo>
                  <a:pt x="16371" y="162409"/>
                </a:lnTo>
                <a:cubicBezTo>
                  <a:pt x="12046" y="164688"/>
                  <a:pt x="6744" y="163897"/>
                  <a:pt x="3256" y="160455"/>
                </a:cubicBezTo>
                <a:cubicBezTo>
                  <a:pt x="-233" y="157014"/>
                  <a:pt x="-1023" y="151665"/>
                  <a:pt x="1302" y="147340"/>
                </a:cubicBezTo>
                <a:lnTo>
                  <a:pt x="17859" y="116086"/>
                </a:lnTo>
                <a:cubicBezTo>
                  <a:pt x="6651" y="102412"/>
                  <a:pt x="0" y="85390"/>
                  <a:pt x="0" y="66973"/>
                </a:cubicBezTo>
                <a:cubicBezTo>
                  <a:pt x="0" y="21766"/>
                  <a:pt x="39998" y="-14883"/>
                  <a:pt x="89297" y="-14883"/>
                </a:cubicBezTo>
                <a:cubicBezTo>
                  <a:pt x="138596" y="-14883"/>
                  <a:pt x="178594" y="21766"/>
                  <a:pt x="178594" y="66973"/>
                </a:cubicBezTo>
                <a:close/>
                <a:moveTo>
                  <a:pt x="178594" y="238125"/>
                </a:moveTo>
                <a:cubicBezTo>
                  <a:pt x="134829" y="238125"/>
                  <a:pt x="98413" y="209243"/>
                  <a:pt x="90785" y="171152"/>
                </a:cubicBezTo>
                <a:cubicBezTo>
                  <a:pt x="146596" y="170455"/>
                  <a:pt x="195104" y="130736"/>
                  <a:pt x="200453" y="76879"/>
                </a:cubicBezTo>
                <a:cubicBezTo>
                  <a:pt x="239195" y="85809"/>
                  <a:pt x="267891" y="117946"/>
                  <a:pt x="267891" y="156270"/>
                </a:cubicBezTo>
                <a:cubicBezTo>
                  <a:pt x="267891" y="174687"/>
                  <a:pt x="261240" y="191709"/>
                  <a:pt x="250031" y="205383"/>
                </a:cubicBezTo>
                <a:lnTo>
                  <a:pt x="266588" y="236637"/>
                </a:lnTo>
                <a:cubicBezTo>
                  <a:pt x="268867" y="240962"/>
                  <a:pt x="268077" y="246264"/>
                  <a:pt x="264635" y="249752"/>
                </a:cubicBezTo>
                <a:cubicBezTo>
                  <a:pt x="261193" y="253240"/>
                  <a:pt x="255845" y="254031"/>
                  <a:pt x="251520" y="251706"/>
                </a:cubicBezTo>
                <a:lnTo>
                  <a:pt x="213568" y="231614"/>
                </a:lnTo>
                <a:cubicBezTo>
                  <a:pt x="202825" y="235800"/>
                  <a:pt x="191012" y="238125"/>
                  <a:pt x="178594" y="2381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55700" y="1536701"/>
            <a:ext cx="1182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5700" y="1790600"/>
            <a:ext cx="11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Aid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0700" y="2171701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non-verbal individuals to express themselves instantly in everyday situations, reducing dependence on interpreters and fostering independence.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6575" y="274320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6575" y="274320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294" y="29019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13" y="4465"/>
                </a:moveTo>
                <a:cubicBezTo>
                  <a:pt x="19565" y="1922"/>
                  <a:pt x="17425" y="0"/>
                  <a:pt x="14883" y="0"/>
                </a:cubicBezTo>
                <a:cubicBezTo>
                  <a:pt x="12340" y="0"/>
                  <a:pt x="10201" y="1922"/>
                  <a:pt x="9922" y="4434"/>
                </a:cubicBezTo>
                <a:lnTo>
                  <a:pt x="5550" y="46416"/>
                </a:lnTo>
                <a:cubicBezTo>
                  <a:pt x="5147" y="48276"/>
                  <a:pt x="4961" y="50167"/>
                  <a:pt x="4961" y="52059"/>
                </a:cubicBezTo>
                <a:cubicBezTo>
                  <a:pt x="4961" y="66291"/>
                  <a:pt x="15844" y="77980"/>
                  <a:pt x="29766" y="79251"/>
                </a:cubicBezTo>
                <a:lnTo>
                  <a:pt x="29766" y="148828"/>
                </a:lnTo>
                <a:cubicBezTo>
                  <a:pt x="29766" y="154316"/>
                  <a:pt x="34199" y="158750"/>
                  <a:pt x="39688" y="158750"/>
                </a:cubicBezTo>
                <a:cubicBezTo>
                  <a:pt x="45176" y="158750"/>
                  <a:pt x="49609" y="154316"/>
                  <a:pt x="49609" y="148828"/>
                </a:cubicBezTo>
                <a:lnTo>
                  <a:pt x="49609" y="79251"/>
                </a:lnTo>
                <a:cubicBezTo>
                  <a:pt x="63531" y="77980"/>
                  <a:pt x="74414" y="66291"/>
                  <a:pt x="74414" y="52059"/>
                </a:cubicBezTo>
                <a:cubicBezTo>
                  <a:pt x="74414" y="50167"/>
                  <a:pt x="74228" y="48276"/>
                  <a:pt x="73825" y="46416"/>
                </a:cubicBezTo>
                <a:lnTo>
                  <a:pt x="69422" y="4434"/>
                </a:lnTo>
                <a:cubicBezTo>
                  <a:pt x="69174" y="1922"/>
                  <a:pt x="67035" y="0"/>
                  <a:pt x="64492" y="0"/>
                </a:cubicBezTo>
                <a:cubicBezTo>
                  <a:pt x="61950" y="0"/>
                  <a:pt x="59810" y="1922"/>
                  <a:pt x="59562" y="4465"/>
                </a:cubicBezTo>
                <a:lnTo>
                  <a:pt x="55345" y="46478"/>
                </a:lnTo>
                <a:cubicBezTo>
                  <a:pt x="55159" y="48245"/>
                  <a:pt x="53671" y="49609"/>
                  <a:pt x="51904" y="49609"/>
                </a:cubicBezTo>
                <a:cubicBezTo>
                  <a:pt x="50105" y="49609"/>
                  <a:pt x="48617" y="48245"/>
                  <a:pt x="48431" y="46447"/>
                </a:cubicBezTo>
                <a:lnTo>
                  <a:pt x="44617" y="4527"/>
                </a:lnTo>
                <a:cubicBezTo>
                  <a:pt x="44400" y="1953"/>
                  <a:pt x="42261" y="0"/>
                  <a:pt x="39688" y="0"/>
                </a:cubicBezTo>
                <a:cubicBezTo>
                  <a:pt x="37114" y="0"/>
                  <a:pt x="34975" y="1953"/>
                  <a:pt x="34758" y="4527"/>
                </a:cubicBezTo>
                <a:lnTo>
                  <a:pt x="30944" y="46447"/>
                </a:lnTo>
                <a:cubicBezTo>
                  <a:pt x="30789" y="48245"/>
                  <a:pt x="29270" y="49609"/>
                  <a:pt x="27471" y="49609"/>
                </a:cubicBezTo>
                <a:cubicBezTo>
                  <a:pt x="25673" y="49609"/>
                  <a:pt x="24185" y="48245"/>
                  <a:pt x="24030" y="46478"/>
                </a:cubicBezTo>
                <a:lnTo>
                  <a:pt x="19813" y="4465"/>
                </a:lnTo>
                <a:close/>
                <a:moveTo>
                  <a:pt x="138906" y="0"/>
                </a:moveTo>
                <a:cubicBezTo>
                  <a:pt x="133945" y="0"/>
                  <a:pt x="99219" y="9922"/>
                  <a:pt x="99219" y="54570"/>
                </a:cubicBezTo>
                <a:lnTo>
                  <a:pt x="99219" y="89297"/>
                </a:lnTo>
                <a:cubicBezTo>
                  <a:pt x="99219" y="100242"/>
                  <a:pt x="108117" y="109141"/>
                  <a:pt x="119062" y="109141"/>
                </a:cubicBezTo>
                <a:lnTo>
                  <a:pt x="128984" y="109141"/>
                </a:lnTo>
                <a:lnTo>
                  <a:pt x="128984" y="148828"/>
                </a:lnTo>
                <a:cubicBezTo>
                  <a:pt x="128984" y="154316"/>
                  <a:pt x="133418" y="158750"/>
                  <a:pt x="138906" y="158750"/>
                </a:cubicBezTo>
                <a:cubicBezTo>
                  <a:pt x="144394" y="158750"/>
                  <a:pt x="148828" y="154316"/>
                  <a:pt x="148828" y="148828"/>
                </a:cubicBezTo>
                <a:lnTo>
                  <a:pt x="148828" y="9922"/>
                </a:lnTo>
                <a:cubicBezTo>
                  <a:pt x="148828" y="4434"/>
                  <a:pt x="144394" y="0"/>
                  <a:pt x="138906" y="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5" name="Text 13"/>
          <p:cNvSpPr/>
          <p:nvPr/>
        </p:nvSpPr>
        <p:spPr>
          <a:xfrm>
            <a:off x="973137" y="2870201"/>
            <a:ext cx="361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Interactions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3137" y="3124201"/>
            <a:ext cx="360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 food at restaurants, ask for directions, shop independently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6575" y="353695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6575" y="353695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9" name="Shape 17"/>
          <p:cNvSpPr/>
          <p:nvPr/>
        </p:nvSpPr>
        <p:spPr>
          <a:xfrm>
            <a:off x="689372" y="369570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39688" y="19844"/>
                </a:moveTo>
                <a:cubicBezTo>
                  <a:pt x="39688" y="8899"/>
                  <a:pt x="48586" y="0"/>
                  <a:pt x="59531" y="0"/>
                </a:cubicBezTo>
                <a:lnTo>
                  <a:pt x="119062" y="0"/>
                </a:lnTo>
                <a:cubicBezTo>
                  <a:pt x="130008" y="0"/>
                  <a:pt x="138906" y="8899"/>
                  <a:pt x="138906" y="19844"/>
                </a:cubicBezTo>
                <a:lnTo>
                  <a:pt x="138906" y="39688"/>
                </a:lnTo>
                <a:lnTo>
                  <a:pt x="158750" y="39688"/>
                </a:lnTo>
                <a:cubicBezTo>
                  <a:pt x="169695" y="39688"/>
                  <a:pt x="178594" y="48586"/>
                  <a:pt x="178594" y="59531"/>
                </a:cubicBezTo>
                <a:lnTo>
                  <a:pt x="178594" y="138906"/>
                </a:lnTo>
                <a:cubicBezTo>
                  <a:pt x="178594" y="149851"/>
                  <a:pt x="169695" y="158750"/>
                  <a:pt x="158750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59531"/>
                </a:lnTo>
                <a:cubicBezTo>
                  <a:pt x="0" y="48586"/>
                  <a:pt x="8899" y="39688"/>
                  <a:pt x="19844" y="39688"/>
                </a:cubicBezTo>
                <a:lnTo>
                  <a:pt x="39688" y="39688"/>
                </a:lnTo>
                <a:lnTo>
                  <a:pt x="39688" y="19844"/>
                </a:lnTo>
                <a:close/>
                <a:moveTo>
                  <a:pt x="84336" y="109141"/>
                </a:moveTo>
                <a:cubicBezTo>
                  <a:pt x="78848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104180" y="143867"/>
                </a:lnTo>
                <a:lnTo>
                  <a:pt x="104180" y="119062"/>
                </a:lnTo>
                <a:cubicBezTo>
                  <a:pt x="104180" y="113574"/>
                  <a:pt x="99746" y="109141"/>
                  <a:pt x="94258" y="109141"/>
                </a:cubicBezTo>
                <a:lnTo>
                  <a:pt x="84336" y="109141"/>
                </a:lnTo>
                <a:close/>
                <a:moveTo>
                  <a:pt x="39688" y="114102"/>
                </a:moveTo>
                <a:lnTo>
                  <a:pt x="39688" y="104180"/>
                </a:lnTo>
                <a:cubicBezTo>
                  <a:pt x="39688" y="101451"/>
                  <a:pt x="37455" y="99219"/>
                  <a:pt x="34727" y="99219"/>
                </a:cubicBezTo>
                <a:lnTo>
                  <a:pt x="24805" y="99219"/>
                </a:lnTo>
                <a:cubicBezTo>
                  <a:pt x="22076" y="99219"/>
                  <a:pt x="19844" y="101451"/>
                  <a:pt x="19844" y="104180"/>
                </a:cubicBezTo>
                <a:lnTo>
                  <a:pt x="19844" y="114102"/>
                </a:lnTo>
                <a:cubicBezTo>
                  <a:pt x="19844" y="116830"/>
                  <a:pt x="22076" y="119062"/>
                  <a:pt x="24805" y="119062"/>
                </a:cubicBezTo>
                <a:lnTo>
                  <a:pt x="34727" y="119062"/>
                </a:lnTo>
                <a:cubicBezTo>
                  <a:pt x="37455" y="119062"/>
                  <a:pt x="39688" y="116830"/>
                  <a:pt x="39688" y="114102"/>
                </a:cubicBezTo>
                <a:close/>
                <a:moveTo>
                  <a:pt x="34727" y="79375"/>
                </a:moveTo>
                <a:cubicBezTo>
                  <a:pt x="37455" y="79375"/>
                  <a:pt x="39688" y="77143"/>
                  <a:pt x="39688" y="74414"/>
                </a:cubicBezTo>
                <a:lnTo>
                  <a:pt x="39688" y="64492"/>
                </a:lnTo>
                <a:cubicBezTo>
                  <a:pt x="39688" y="61764"/>
                  <a:pt x="37455" y="59531"/>
                  <a:pt x="34727" y="59531"/>
                </a:cubicBezTo>
                <a:lnTo>
                  <a:pt x="24805" y="59531"/>
                </a:lnTo>
                <a:cubicBezTo>
                  <a:pt x="22076" y="59531"/>
                  <a:pt x="19844" y="61764"/>
                  <a:pt x="19844" y="64492"/>
                </a:cubicBezTo>
                <a:lnTo>
                  <a:pt x="19844" y="74414"/>
                </a:lnTo>
                <a:cubicBezTo>
                  <a:pt x="19844" y="77143"/>
                  <a:pt x="22076" y="79375"/>
                  <a:pt x="24805" y="79375"/>
                </a:cubicBezTo>
                <a:lnTo>
                  <a:pt x="34727" y="79375"/>
                </a:lnTo>
                <a:close/>
                <a:moveTo>
                  <a:pt x="158750" y="114102"/>
                </a:moveTo>
                <a:lnTo>
                  <a:pt x="158750" y="104180"/>
                </a:lnTo>
                <a:cubicBezTo>
                  <a:pt x="158750" y="101451"/>
                  <a:pt x="156518" y="99219"/>
                  <a:pt x="153789" y="99219"/>
                </a:cubicBezTo>
                <a:lnTo>
                  <a:pt x="143867" y="99219"/>
                </a:lnTo>
                <a:cubicBezTo>
                  <a:pt x="141139" y="99219"/>
                  <a:pt x="138906" y="101451"/>
                  <a:pt x="138906" y="104180"/>
                </a:cubicBezTo>
                <a:lnTo>
                  <a:pt x="138906" y="114102"/>
                </a:lnTo>
                <a:cubicBezTo>
                  <a:pt x="138906" y="116830"/>
                  <a:pt x="141139" y="119062"/>
                  <a:pt x="143867" y="119062"/>
                </a:cubicBezTo>
                <a:lnTo>
                  <a:pt x="153789" y="119062"/>
                </a:lnTo>
                <a:cubicBezTo>
                  <a:pt x="156518" y="119062"/>
                  <a:pt x="158750" y="116830"/>
                  <a:pt x="158750" y="114102"/>
                </a:cubicBezTo>
                <a:close/>
                <a:moveTo>
                  <a:pt x="153789" y="79375"/>
                </a:moveTo>
                <a:cubicBezTo>
                  <a:pt x="156518" y="79375"/>
                  <a:pt x="158750" y="77143"/>
                  <a:pt x="158750" y="74414"/>
                </a:cubicBezTo>
                <a:lnTo>
                  <a:pt x="158750" y="64492"/>
                </a:lnTo>
                <a:cubicBezTo>
                  <a:pt x="158750" y="61764"/>
                  <a:pt x="156518" y="59531"/>
                  <a:pt x="153789" y="59531"/>
                </a:cubicBezTo>
                <a:lnTo>
                  <a:pt x="143867" y="59531"/>
                </a:lnTo>
                <a:cubicBezTo>
                  <a:pt x="141139" y="59531"/>
                  <a:pt x="138906" y="61764"/>
                  <a:pt x="138906" y="64492"/>
                </a:cubicBezTo>
                <a:lnTo>
                  <a:pt x="138906" y="74414"/>
                </a:lnTo>
                <a:cubicBezTo>
                  <a:pt x="138906" y="77143"/>
                  <a:pt x="141139" y="79375"/>
                  <a:pt x="143867" y="79375"/>
                </a:cubicBezTo>
                <a:lnTo>
                  <a:pt x="153789" y="79375"/>
                </a:lnTo>
                <a:close/>
                <a:moveTo>
                  <a:pt x="81855" y="32246"/>
                </a:moveTo>
                <a:lnTo>
                  <a:pt x="81855" y="42168"/>
                </a:lnTo>
                <a:lnTo>
                  <a:pt x="71934" y="42168"/>
                </a:lnTo>
                <a:cubicBezTo>
                  <a:pt x="69205" y="42168"/>
                  <a:pt x="66973" y="44400"/>
                  <a:pt x="66973" y="47129"/>
                </a:cubicBezTo>
                <a:lnTo>
                  <a:pt x="66973" y="52090"/>
                </a:lnTo>
                <a:cubicBezTo>
                  <a:pt x="66973" y="54818"/>
                  <a:pt x="69205" y="57051"/>
                  <a:pt x="71934" y="57051"/>
                </a:cubicBezTo>
                <a:lnTo>
                  <a:pt x="81855" y="57051"/>
                </a:lnTo>
                <a:lnTo>
                  <a:pt x="81855" y="66973"/>
                </a:lnTo>
                <a:cubicBezTo>
                  <a:pt x="81855" y="69701"/>
                  <a:pt x="84088" y="71934"/>
                  <a:pt x="86816" y="71934"/>
                </a:cubicBezTo>
                <a:lnTo>
                  <a:pt x="91777" y="71934"/>
                </a:lnTo>
                <a:cubicBezTo>
                  <a:pt x="94506" y="71934"/>
                  <a:pt x="96738" y="69701"/>
                  <a:pt x="96738" y="66973"/>
                </a:cubicBezTo>
                <a:lnTo>
                  <a:pt x="96738" y="57051"/>
                </a:lnTo>
                <a:lnTo>
                  <a:pt x="106660" y="57051"/>
                </a:lnTo>
                <a:cubicBezTo>
                  <a:pt x="109389" y="57051"/>
                  <a:pt x="111621" y="54818"/>
                  <a:pt x="111621" y="52090"/>
                </a:cubicBezTo>
                <a:lnTo>
                  <a:pt x="111621" y="47129"/>
                </a:lnTo>
                <a:cubicBezTo>
                  <a:pt x="111621" y="44400"/>
                  <a:pt x="109389" y="42168"/>
                  <a:pt x="106660" y="42168"/>
                </a:cubicBezTo>
                <a:lnTo>
                  <a:pt x="96738" y="42168"/>
                </a:lnTo>
                <a:lnTo>
                  <a:pt x="96738" y="32246"/>
                </a:lnTo>
                <a:cubicBezTo>
                  <a:pt x="96738" y="29518"/>
                  <a:pt x="94506" y="27285"/>
                  <a:pt x="91777" y="27285"/>
                </a:cubicBezTo>
                <a:lnTo>
                  <a:pt x="86816" y="27285"/>
                </a:lnTo>
                <a:cubicBezTo>
                  <a:pt x="84088" y="27285"/>
                  <a:pt x="81855" y="29518"/>
                  <a:pt x="81855" y="32246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0" name="Text 18"/>
          <p:cNvSpPr/>
          <p:nvPr/>
        </p:nvSpPr>
        <p:spPr>
          <a:xfrm>
            <a:off x="973137" y="3663951"/>
            <a:ext cx="3833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3137" y="3917951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Communicate symptoms, understand treatment plans, ask questions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6575" y="433070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6575" y="433070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4" name="Shape 22"/>
          <p:cNvSpPr/>
          <p:nvPr/>
        </p:nvSpPr>
        <p:spPr>
          <a:xfrm>
            <a:off x="699294" y="44894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2012" y="14883"/>
                </a:moveTo>
                <a:lnTo>
                  <a:pt x="96738" y="14883"/>
                </a:lnTo>
                <a:cubicBezTo>
                  <a:pt x="98103" y="14883"/>
                  <a:pt x="99219" y="15999"/>
                  <a:pt x="99219" y="17363"/>
                </a:cubicBezTo>
                <a:lnTo>
                  <a:pt x="99219" y="29766"/>
                </a:lnTo>
                <a:lnTo>
                  <a:pt x="59531" y="29766"/>
                </a:lnTo>
                <a:lnTo>
                  <a:pt x="59531" y="17363"/>
                </a:lnTo>
                <a:cubicBezTo>
                  <a:pt x="59531" y="15999"/>
                  <a:pt x="60647" y="14883"/>
                  <a:pt x="62012" y="14883"/>
                </a:cubicBezTo>
                <a:close/>
                <a:moveTo>
                  <a:pt x="44648" y="17363"/>
                </a:moveTo>
                <a:lnTo>
                  <a:pt x="44648" y="29766"/>
                </a:lnTo>
                <a:lnTo>
                  <a:pt x="19844" y="29766"/>
                </a:lnTo>
                <a:cubicBezTo>
                  <a:pt x="8899" y="29766"/>
                  <a:pt x="0" y="38664"/>
                  <a:pt x="0" y="49609"/>
                </a:cubicBezTo>
                <a:lnTo>
                  <a:pt x="0" y="79375"/>
                </a:lnTo>
                <a:lnTo>
                  <a:pt x="158750" y="79375"/>
                </a:lnTo>
                <a:lnTo>
                  <a:pt x="158750" y="49609"/>
                </a:lnTo>
                <a:cubicBezTo>
                  <a:pt x="158750" y="38664"/>
                  <a:pt x="149851" y="29766"/>
                  <a:pt x="138906" y="29766"/>
                </a:cubicBezTo>
                <a:lnTo>
                  <a:pt x="114102" y="29766"/>
                </a:lnTo>
                <a:lnTo>
                  <a:pt x="114102" y="17363"/>
                </a:lnTo>
                <a:cubicBezTo>
                  <a:pt x="114102" y="7782"/>
                  <a:pt x="106319" y="0"/>
                  <a:pt x="96738" y="0"/>
                </a:cubicBezTo>
                <a:lnTo>
                  <a:pt x="62012" y="0"/>
                </a:lnTo>
                <a:cubicBezTo>
                  <a:pt x="52431" y="0"/>
                  <a:pt x="44648" y="7782"/>
                  <a:pt x="44648" y="17363"/>
                </a:cubicBezTo>
                <a:close/>
                <a:moveTo>
                  <a:pt x="158750" y="94258"/>
                </a:moveTo>
                <a:lnTo>
                  <a:pt x="99219" y="94258"/>
                </a:lnTo>
                <a:lnTo>
                  <a:pt x="99219" y="99219"/>
                </a:lnTo>
                <a:cubicBezTo>
                  <a:pt x="99219" y="104707"/>
                  <a:pt x="94785" y="109141"/>
                  <a:pt x="89297" y="109141"/>
                </a:cubicBezTo>
                <a:lnTo>
                  <a:pt x="69453" y="109141"/>
                </a:lnTo>
                <a:cubicBezTo>
                  <a:pt x="63965" y="109141"/>
                  <a:pt x="59531" y="104707"/>
                  <a:pt x="59531" y="99219"/>
                </a:cubicBezTo>
                <a:lnTo>
                  <a:pt x="59531" y="94258"/>
                </a:lnTo>
                <a:lnTo>
                  <a:pt x="0" y="94258"/>
                </a:ln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38906" y="148828"/>
                </a:lnTo>
                <a:cubicBezTo>
                  <a:pt x="149851" y="148828"/>
                  <a:pt x="158750" y="139929"/>
                  <a:pt x="158750" y="128984"/>
                </a:cubicBezTo>
                <a:lnTo>
                  <a:pt x="158750" y="94258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5" name="Text 23"/>
          <p:cNvSpPr/>
          <p:nvPr/>
        </p:nvSpPr>
        <p:spPr>
          <a:xfrm>
            <a:off x="973137" y="4457701"/>
            <a:ext cx="3833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Workplace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3137" y="4711701"/>
            <a:ext cx="382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Participate in meetings, collaborate with colleagues, advance careers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6575" y="512445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36575" y="512445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9" name="Shape 27"/>
          <p:cNvSpPr/>
          <p:nvPr/>
        </p:nvSpPr>
        <p:spPr>
          <a:xfrm>
            <a:off x="679450" y="528320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0" name="Text 28"/>
          <p:cNvSpPr/>
          <p:nvPr/>
        </p:nvSpPr>
        <p:spPr>
          <a:xfrm>
            <a:off x="973137" y="5251451"/>
            <a:ext cx="334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Connection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3137" y="5505451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relationships, express emotions, engage in community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7600" y="1308100"/>
            <a:ext cx="5672137" cy="4711700"/>
          </a:xfrm>
          <a:custGeom>
            <a:avLst/>
            <a:gdLst/>
            <a:ahLst/>
            <a:cxnLst/>
            <a:rect l="l" t="t" r="r" b="b"/>
            <a:pathLst>
              <a:path w="5672137" h="4711700">
                <a:moveTo>
                  <a:pt x="95271" y="0"/>
                </a:moveTo>
                <a:lnTo>
                  <a:pt x="5576867" y="0"/>
                </a:lnTo>
                <a:cubicBezTo>
                  <a:pt x="5629483" y="0"/>
                  <a:pt x="5672137" y="42654"/>
                  <a:pt x="5672137" y="95271"/>
                </a:cubicBezTo>
                <a:lnTo>
                  <a:pt x="5672137" y="4616429"/>
                </a:lnTo>
                <a:cubicBezTo>
                  <a:pt x="5672137" y="4669046"/>
                  <a:pt x="5629483" y="4711700"/>
                  <a:pt x="5576867" y="4711700"/>
                </a:cubicBezTo>
                <a:lnTo>
                  <a:pt x="95271" y="4711700"/>
                </a:lnTo>
                <a:cubicBezTo>
                  <a:pt x="42654" y="4711700"/>
                  <a:pt x="0" y="4669046"/>
                  <a:pt x="0" y="4616429"/>
                </a:cubicBezTo>
                <a:lnTo>
                  <a:pt x="0" y="95271"/>
                </a:lnTo>
                <a:cubicBezTo>
                  <a:pt x="0" y="42689"/>
                  <a:pt x="42689" y="0"/>
                  <a:pt x="95271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2032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4450" y="150495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/>
              </a:gs>
              <a:gs pos="100000">
                <a:srgbClr val="1A1A1A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16489" y="163988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2324" y="91064"/>
                </a:moveTo>
                <a:lnTo>
                  <a:pt x="119621" y="131108"/>
                </a:lnTo>
                <a:cubicBezTo>
                  <a:pt x="124178" y="132969"/>
                  <a:pt x="129015" y="133945"/>
                  <a:pt x="133945" y="133945"/>
                </a:cubicBezTo>
                <a:cubicBezTo>
                  <a:pt x="138875" y="133945"/>
                  <a:pt x="143712" y="132969"/>
                  <a:pt x="148270" y="131108"/>
                </a:cubicBezTo>
                <a:lnTo>
                  <a:pt x="261007" y="84693"/>
                </a:lnTo>
                <a:cubicBezTo>
                  <a:pt x="265193" y="82972"/>
                  <a:pt x="267891" y="78925"/>
                  <a:pt x="267891" y="74414"/>
                </a:cubicBezTo>
                <a:cubicBezTo>
                  <a:pt x="267891" y="69903"/>
                  <a:pt x="265193" y="65856"/>
                  <a:pt x="261007" y="64136"/>
                </a:cubicBezTo>
                <a:lnTo>
                  <a:pt x="148270" y="17720"/>
                </a:lnTo>
                <a:cubicBezTo>
                  <a:pt x="143712" y="15859"/>
                  <a:pt x="138875" y="14883"/>
                  <a:pt x="133945" y="14883"/>
                </a:cubicBezTo>
                <a:cubicBezTo>
                  <a:pt x="129015" y="14883"/>
                  <a:pt x="124178" y="15859"/>
                  <a:pt x="119621" y="17720"/>
                </a:cubicBezTo>
                <a:lnTo>
                  <a:pt x="6883" y="64136"/>
                </a:lnTo>
                <a:cubicBezTo>
                  <a:pt x="2698" y="65856"/>
                  <a:pt x="0" y="69903"/>
                  <a:pt x="0" y="74414"/>
                </a:cubicBezTo>
                <a:lnTo>
                  <a:pt x="0" y="212080"/>
                </a:lnTo>
                <a:cubicBezTo>
                  <a:pt x="0" y="218266"/>
                  <a:pt x="4976" y="223242"/>
                  <a:pt x="11162" y="223242"/>
                </a:cubicBezTo>
                <a:cubicBezTo>
                  <a:pt x="17348" y="223242"/>
                  <a:pt x="22324" y="218266"/>
                  <a:pt x="22324" y="212080"/>
                </a:cubicBezTo>
                <a:lnTo>
                  <a:pt x="22324" y="91064"/>
                </a:lnTo>
                <a:close/>
                <a:moveTo>
                  <a:pt x="44648" y="124411"/>
                </a:moveTo>
                <a:lnTo>
                  <a:pt x="44648" y="178594"/>
                </a:lnTo>
                <a:cubicBezTo>
                  <a:pt x="44648" y="203243"/>
                  <a:pt x="84646" y="223242"/>
                  <a:pt x="133945" y="223242"/>
                </a:cubicBezTo>
                <a:cubicBezTo>
                  <a:pt x="183245" y="223242"/>
                  <a:pt x="223242" y="203243"/>
                  <a:pt x="223242" y="178594"/>
                </a:cubicBezTo>
                <a:lnTo>
                  <a:pt x="223242" y="124365"/>
                </a:lnTo>
                <a:lnTo>
                  <a:pt x="156781" y="151758"/>
                </a:lnTo>
                <a:cubicBezTo>
                  <a:pt x="149526" y="154735"/>
                  <a:pt x="141805" y="156270"/>
                  <a:pt x="133945" y="156270"/>
                </a:cubicBezTo>
                <a:cubicBezTo>
                  <a:pt x="126085" y="156270"/>
                  <a:pt x="118365" y="154735"/>
                  <a:pt x="111109" y="151758"/>
                </a:cubicBezTo>
                <a:lnTo>
                  <a:pt x="44648" y="12436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029450" y="1536701"/>
            <a:ext cx="94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29450" y="179060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Tool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94450" y="2171701"/>
            <a:ext cx="53419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learning sign language get real-time feedback on their hand positioning, accelerating the learning curve and making practice engaging.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0325" y="274320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10325" y="274320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0" name="Shape 38"/>
          <p:cNvSpPr/>
          <p:nvPr/>
        </p:nvSpPr>
        <p:spPr>
          <a:xfrm>
            <a:off x="6592888" y="290195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77484" y="20712"/>
                </a:moveTo>
                <a:cubicBezTo>
                  <a:pt x="80708" y="16278"/>
                  <a:pt x="79716" y="10077"/>
                  <a:pt x="75282" y="6852"/>
                </a:cubicBezTo>
                <a:cubicBezTo>
                  <a:pt x="70848" y="3628"/>
                  <a:pt x="64647" y="4620"/>
                  <a:pt x="61423" y="9054"/>
                </a:cubicBezTo>
                <a:lnTo>
                  <a:pt x="28556" y="54229"/>
                </a:lnTo>
                <a:lnTo>
                  <a:pt x="16929" y="42602"/>
                </a:lnTo>
                <a:cubicBezTo>
                  <a:pt x="13053" y="38726"/>
                  <a:pt x="6759" y="38726"/>
                  <a:pt x="2884" y="42602"/>
                </a:cubicBezTo>
                <a:cubicBezTo>
                  <a:pt x="-992" y="46478"/>
                  <a:pt x="-992" y="52772"/>
                  <a:pt x="2884" y="56648"/>
                </a:cubicBezTo>
                <a:lnTo>
                  <a:pt x="22727" y="76491"/>
                </a:lnTo>
                <a:cubicBezTo>
                  <a:pt x="24774" y="78538"/>
                  <a:pt x="27626" y="79592"/>
                  <a:pt x="30510" y="79375"/>
                </a:cubicBezTo>
                <a:cubicBezTo>
                  <a:pt x="33393" y="79158"/>
                  <a:pt x="36060" y="77670"/>
                  <a:pt x="37765" y="75313"/>
                </a:cubicBezTo>
                <a:lnTo>
                  <a:pt x="77453" y="20743"/>
                </a:lnTo>
                <a:close/>
                <a:moveTo>
                  <a:pt x="117171" y="62880"/>
                </a:moveTo>
                <a:cubicBezTo>
                  <a:pt x="120396" y="58446"/>
                  <a:pt x="119404" y="52245"/>
                  <a:pt x="114970" y="49020"/>
                </a:cubicBezTo>
                <a:cubicBezTo>
                  <a:pt x="110536" y="45796"/>
                  <a:pt x="104335" y="46788"/>
                  <a:pt x="101110" y="51222"/>
                </a:cubicBezTo>
                <a:lnTo>
                  <a:pt x="48400" y="123682"/>
                </a:lnTo>
                <a:lnTo>
                  <a:pt x="26851" y="102133"/>
                </a:lnTo>
                <a:cubicBezTo>
                  <a:pt x="22975" y="98258"/>
                  <a:pt x="16681" y="98258"/>
                  <a:pt x="12805" y="102133"/>
                </a:cubicBezTo>
                <a:cubicBezTo>
                  <a:pt x="8930" y="106009"/>
                  <a:pt x="8930" y="112303"/>
                  <a:pt x="12805" y="116179"/>
                </a:cubicBezTo>
                <a:lnTo>
                  <a:pt x="42571" y="145945"/>
                </a:lnTo>
                <a:cubicBezTo>
                  <a:pt x="44617" y="147991"/>
                  <a:pt x="47470" y="149045"/>
                  <a:pt x="50354" y="148828"/>
                </a:cubicBezTo>
                <a:cubicBezTo>
                  <a:pt x="53237" y="148611"/>
                  <a:pt x="55904" y="147123"/>
                  <a:pt x="57609" y="144766"/>
                </a:cubicBezTo>
                <a:lnTo>
                  <a:pt x="117140" y="62911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1" name="Text 39"/>
          <p:cNvSpPr/>
          <p:nvPr/>
        </p:nvSpPr>
        <p:spPr>
          <a:xfrm>
            <a:off x="6846888" y="2870201"/>
            <a:ext cx="369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Feedback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46888" y="3124201"/>
            <a:ext cx="3690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immediately if your hand position is correct with AR overlay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0325" y="353695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10325" y="353695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5" name="Shape 43"/>
          <p:cNvSpPr/>
          <p:nvPr/>
        </p:nvSpPr>
        <p:spPr>
          <a:xfrm>
            <a:off x="6553200" y="369570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38906" y="19844"/>
                </a:moveTo>
                <a:cubicBezTo>
                  <a:pt x="171772" y="19844"/>
                  <a:pt x="198438" y="46509"/>
                  <a:pt x="198438" y="79375"/>
                </a:cubicBezTo>
                <a:cubicBezTo>
                  <a:pt x="198438" y="112241"/>
                  <a:pt x="171772" y="138906"/>
                  <a:pt x="138906" y="138906"/>
                </a:cubicBezTo>
                <a:lnTo>
                  <a:pt x="59531" y="138906"/>
                </a:lnTo>
                <a:cubicBezTo>
                  <a:pt x="26665" y="138906"/>
                  <a:pt x="0" y="112241"/>
                  <a:pt x="0" y="79375"/>
                </a:cubicBezTo>
                <a:cubicBezTo>
                  <a:pt x="0" y="46509"/>
                  <a:pt x="26665" y="19844"/>
                  <a:pt x="59531" y="19844"/>
                </a:cubicBezTo>
                <a:lnTo>
                  <a:pt x="138906" y="19844"/>
                </a:lnTo>
                <a:close/>
                <a:moveTo>
                  <a:pt x="59531" y="54570"/>
                </a:moveTo>
                <a:cubicBezTo>
                  <a:pt x="55407" y="54570"/>
                  <a:pt x="52090" y="57888"/>
                  <a:pt x="52090" y="62012"/>
                </a:cubicBezTo>
                <a:lnTo>
                  <a:pt x="52090" y="71934"/>
                </a:lnTo>
                <a:lnTo>
                  <a:pt x="42168" y="71934"/>
                </a:lnTo>
                <a:cubicBezTo>
                  <a:pt x="38044" y="71934"/>
                  <a:pt x="34727" y="75251"/>
                  <a:pt x="34727" y="79375"/>
                </a:cubicBezTo>
                <a:cubicBezTo>
                  <a:pt x="34727" y="83499"/>
                  <a:pt x="38044" y="86816"/>
                  <a:pt x="42168" y="86816"/>
                </a:cubicBezTo>
                <a:lnTo>
                  <a:pt x="52090" y="86816"/>
                </a:lnTo>
                <a:lnTo>
                  <a:pt x="52090" y="96738"/>
                </a:lnTo>
                <a:cubicBezTo>
                  <a:pt x="52090" y="100862"/>
                  <a:pt x="55407" y="104180"/>
                  <a:pt x="59531" y="104180"/>
                </a:cubicBezTo>
                <a:cubicBezTo>
                  <a:pt x="63655" y="104180"/>
                  <a:pt x="66973" y="100862"/>
                  <a:pt x="66973" y="96738"/>
                </a:cubicBezTo>
                <a:lnTo>
                  <a:pt x="66973" y="86816"/>
                </a:lnTo>
                <a:lnTo>
                  <a:pt x="76895" y="86816"/>
                </a:lnTo>
                <a:cubicBezTo>
                  <a:pt x="81018" y="86816"/>
                  <a:pt x="84336" y="83499"/>
                  <a:pt x="84336" y="79375"/>
                </a:cubicBezTo>
                <a:cubicBezTo>
                  <a:pt x="84336" y="75251"/>
                  <a:pt x="81018" y="71934"/>
                  <a:pt x="76895" y="71934"/>
                </a:cubicBezTo>
                <a:lnTo>
                  <a:pt x="66973" y="71934"/>
                </a:lnTo>
                <a:lnTo>
                  <a:pt x="66973" y="62012"/>
                </a:lnTo>
                <a:cubicBezTo>
                  <a:pt x="66973" y="57888"/>
                  <a:pt x="63655" y="54570"/>
                  <a:pt x="59531" y="54570"/>
                </a:cubicBezTo>
                <a:close/>
                <a:moveTo>
                  <a:pt x="133945" y="84336"/>
                </a:moveTo>
                <a:cubicBezTo>
                  <a:pt x="128469" y="84336"/>
                  <a:pt x="124023" y="88782"/>
                  <a:pt x="124023" y="94258"/>
                </a:cubicBezTo>
                <a:cubicBezTo>
                  <a:pt x="124023" y="99734"/>
                  <a:pt x="128469" y="104180"/>
                  <a:pt x="133945" y="104180"/>
                </a:cubicBezTo>
                <a:cubicBezTo>
                  <a:pt x="139421" y="104180"/>
                  <a:pt x="143867" y="99734"/>
                  <a:pt x="143867" y="94258"/>
                </a:cubicBezTo>
                <a:cubicBezTo>
                  <a:pt x="143867" y="88782"/>
                  <a:pt x="139421" y="84336"/>
                  <a:pt x="133945" y="84336"/>
                </a:cubicBezTo>
                <a:close/>
                <a:moveTo>
                  <a:pt x="153789" y="54570"/>
                </a:moveTo>
                <a:cubicBezTo>
                  <a:pt x="148313" y="54570"/>
                  <a:pt x="143867" y="59016"/>
                  <a:pt x="143867" y="64492"/>
                </a:cubicBezTo>
                <a:cubicBezTo>
                  <a:pt x="143867" y="69968"/>
                  <a:pt x="148313" y="74414"/>
                  <a:pt x="153789" y="74414"/>
                </a:cubicBezTo>
                <a:cubicBezTo>
                  <a:pt x="159265" y="74414"/>
                  <a:pt x="163711" y="69968"/>
                  <a:pt x="163711" y="64492"/>
                </a:cubicBezTo>
                <a:cubicBezTo>
                  <a:pt x="163711" y="59016"/>
                  <a:pt x="159265" y="54570"/>
                  <a:pt x="153789" y="5457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6" name="Text 44"/>
          <p:cNvSpPr/>
          <p:nvPr/>
        </p:nvSpPr>
        <p:spPr>
          <a:xfrm>
            <a:off x="6846888" y="3663951"/>
            <a:ext cx="3754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Gamified Learning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46888" y="3917951"/>
            <a:ext cx="374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feels like a game with visual rewards and progress tracking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0325" y="433070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10325" y="433070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0" name="Shape 48"/>
          <p:cNvSpPr/>
          <p:nvPr/>
        </p:nvSpPr>
        <p:spPr>
          <a:xfrm>
            <a:off x="6573044" y="44894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1" name="Text 49"/>
          <p:cNvSpPr/>
          <p:nvPr/>
        </p:nvSpPr>
        <p:spPr>
          <a:xfrm>
            <a:off x="6846888" y="4457701"/>
            <a:ext cx="331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Self-Paced Practice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46888" y="4711701"/>
            <a:ext cx="330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anytime, anywhere without scheduling tutor sessions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0325" y="5124451"/>
            <a:ext cx="5262563" cy="698500"/>
          </a:xfrm>
          <a:custGeom>
            <a:avLst/>
            <a:gdLst/>
            <a:ahLst/>
            <a:cxnLst/>
            <a:rect l="l" t="t" r="r" b="b"/>
            <a:pathLst>
              <a:path w="5262563" h="698500">
                <a:moveTo>
                  <a:pt x="31750" y="0"/>
                </a:moveTo>
                <a:lnTo>
                  <a:pt x="5199062" y="0"/>
                </a:lnTo>
                <a:cubicBezTo>
                  <a:pt x="5234132" y="0"/>
                  <a:pt x="5262563" y="28430"/>
                  <a:pt x="5262563" y="63501"/>
                </a:cubicBezTo>
                <a:lnTo>
                  <a:pt x="5262563" y="634999"/>
                </a:lnTo>
                <a:cubicBezTo>
                  <a:pt x="5262563" y="670070"/>
                  <a:pt x="5234132" y="698500"/>
                  <a:pt x="5199062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10325" y="5124451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5" name="Shape 53"/>
          <p:cNvSpPr/>
          <p:nvPr/>
        </p:nvSpPr>
        <p:spPr>
          <a:xfrm>
            <a:off x="6573044" y="528320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6" name="Text 54"/>
          <p:cNvSpPr/>
          <p:nvPr/>
        </p:nvSpPr>
        <p:spPr>
          <a:xfrm>
            <a:off x="6846888" y="5251451"/>
            <a:ext cx="3262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Tracking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46888" y="5505451"/>
            <a:ext cx="325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accuracy improvements and celebrate milestones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20675" y="6156327"/>
            <a:ext cx="3760787" cy="974725"/>
          </a:xfrm>
          <a:custGeom>
            <a:avLst/>
            <a:gdLst/>
            <a:ahLst/>
            <a:cxnLst/>
            <a:rect l="l" t="t" r="r" b="b"/>
            <a:pathLst>
              <a:path w="3760787" h="974725">
                <a:moveTo>
                  <a:pt x="63503" y="0"/>
                </a:moveTo>
                <a:lnTo>
                  <a:pt x="3697284" y="0"/>
                </a:lnTo>
                <a:cubicBezTo>
                  <a:pt x="3732356" y="0"/>
                  <a:pt x="3760787" y="28431"/>
                  <a:pt x="3760787" y="63503"/>
                </a:cubicBezTo>
                <a:lnTo>
                  <a:pt x="3760787" y="911222"/>
                </a:lnTo>
                <a:cubicBezTo>
                  <a:pt x="3760788" y="946294"/>
                  <a:pt x="3732356" y="974725"/>
                  <a:pt x="3697284" y="974725"/>
                </a:cubicBezTo>
                <a:lnTo>
                  <a:pt x="63503" y="974725"/>
                </a:lnTo>
                <a:cubicBezTo>
                  <a:pt x="28431" y="974725"/>
                  <a:pt x="0" y="946294"/>
                  <a:pt x="0" y="911222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84189" y="628650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5905" y="92878"/>
                </a:moveTo>
                <a:lnTo>
                  <a:pt x="40277" y="107249"/>
                </a:lnTo>
                <a:cubicBezTo>
                  <a:pt x="43067" y="110040"/>
                  <a:pt x="46834" y="111621"/>
                  <a:pt x="50788" y="111621"/>
                </a:cubicBezTo>
                <a:lnTo>
                  <a:pt x="60787" y="111621"/>
                </a:lnTo>
                <a:cubicBezTo>
                  <a:pt x="64740" y="111621"/>
                  <a:pt x="68507" y="113202"/>
                  <a:pt x="71298" y="115993"/>
                </a:cubicBezTo>
                <a:lnTo>
                  <a:pt x="84925" y="129620"/>
                </a:lnTo>
                <a:cubicBezTo>
                  <a:pt x="87716" y="132411"/>
                  <a:pt x="89297" y="136178"/>
                  <a:pt x="89297" y="140131"/>
                </a:cubicBezTo>
                <a:lnTo>
                  <a:pt x="89297" y="157572"/>
                </a:lnTo>
                <a:cubicBezTo>
                  <a:pt x="89297" y="161525"/>
                  <a:pt x="90878" y="165292"/>
                  <a:pt x="93669" y="168083"/>
                </a:cubicBezTo>
                <a:lnTo>
                  <a:pt x="99854" y="174268"/>
                </a:lnTo>
                <a:cubicBezTo>
                  <a:pt x="102645" y="177059"/>
                  <a:pt x="104226" y="180826"/>
                  <a:pt x="104226" y="184779"/>
                </a:cubicBezTo>
                <a:lnTo>
                  <a:pt x="104226" y="193477"/>
                </a:lnTo>
                <a:cubicBezTo>
                  <a:pt x="104226" y="201709"/>
                  <a:pt x="110877" y="208359"/>
                  <a:pt x="119109" y="208359"/>
                </a:cubicBezTo>
                <a:cubicBezTo>
                  <a:pt x="127341" y="208359"/>
                  <a:pt x="133992" y="201709"/>
                  <a:pt x="133992" y="193477"/>
                </a:cubicBezTo>
                <a:lnTo>
                  <a:pt x="133992" y="192221"/>
                </a:lnTo>
                <a:cubicBezTo>
                  <a:pt x="133992" y="188268"/>
                  <a:pt x="135573" y="184500"/>
                  <a:pt x="138364" y="181710"/>
                </a:cubicBezTo>
                <a:lnTo>
                  <a:pt x="159432" y="160641"/>
                </a:lnTo>
                <a:cubicBezTo>
                  <a:pt x="162223" y="157851"/>
                  <a:pt x="163804" y="154084"/>
                  <a:pt x="163804" y="150130"/>
                </a:cubicBezTo>
                <a:lnTo>
                  <a:pt x="163804" y="133992"/>
                </a:lnTo>
                <a:cubicBezTo>
                  <a:pt x="163804" y="125760"/>
                  <a:pt x="157153" y="119109"/>
                  <a:pt x="148921" y="119109"/>
                </a:cubicBezTo>
                <a:lnTo>
                  <a:pt x="110458" y="119109"/>
                </a:lnTo>
                <a:cubicBezTo>
                  <a:pt x="106505" y="119109"/>
                  <a:pt x="102738" y="117528"/>
                  <a:pt x="99947" y="114737"/>
                </a:cubicBezTo>
                <a:lnTo>
                  <a:pt x="92506" y="107296"/>
                </a:lnTo>
                <a:cubicBezTo>
                  <a:pt x="90553" y="105342"/>
                  <a:pt x="89436" y="102645"/>
                  <a:pt x="89436" y="99854"/>
                </a:cubicBezTo>
                <a:cubicBezTo>
                  <a:pt x="89436" y="94041"/>
                  <a:pt x="94134" y="89343"/>
                  <a:pt x="99947" y="89343"/>
                </a:cubicBezTo>
                <a:lnTo>
                  <a:pt x="116086" y="89343"/>
                </a:lnTo>
                <a:cubicBezTo>
                  <a:pt x="121900" y="89343"/>
                  <a:pt x="126597" y="84646"/>
                  <a:pt x="126597" y="78832"/>
                </a:cubicBezTo>
                <a:cubicBezTo>
                  <a:pt x="126597" y="76042"/>
                  <a:pt x="125481" y="73344"/>
                  <a:pt x="123527" y="71391"/>
                </a:cubicBezTo>
                <a:lnTo>
                  <a:pt x="114365" y="62229"/>
                </a:lnTo>
                <a:cubicBezTo>
                  <a:pt x="112551" y="60461"/>
                  <a:pt x="111621" y="58182"/>
                  <a:pt x="111621" y="55811"/>
                </a:cubicBezTo>
                <a:cubicBezTo>
                  <a:pt x="111621" y="53439"/>
                  <a:pt x="112551" y="51160"/>
                  <a:pt x="114272" y="49439"/>
                </a:cubicBezTo>
                <a:lnTo>
                  <a:pt x="122318" y="41393"/>
                </a:lnTo>
                <a:cubicBezTo>
                  <a:pt x="125016" y="38695"/>
                  <a:pt x="126550" y="35021"/>
                  <a:pt x="126550" y="31207"/>
                </a:cubicBezTo>
                <a:cubicBezTo>
                  <a:pt x="126550" y="27859"/>
                  <a:pt x="125434" y="24836"/>
                  <a:pt x="123574" y="22417"/>
                </a:cubicBezTo>
                <a:cubicBezTo>
                  <a:pt x="122086" y="22371"/>
                  <a:pt x="120597" y="22324"/>
                  <a:pt x="119109" y="22324"/>
                </a:cubicBezTo>
                <a:cubicBezTo>
                  <a:pt x="74740" y="22324"/>
                  <a:pt x="37393" y="52183"/>
                  <a:pt x="25952" y="92878"/>
                </a:cubicBezTo>
                <a:close/>
                <a:moveTo>
                  <a:pt x="215801" y="119062"/>
                </a:moveTo>
                <a:cubicBezTo>
                  <a:pt x="215801" y="102970"/>
                  <a:pt x="211894" y="87809"/>
                  <a:pt x="204918" y="74507"/>
                </a:cubicBezTo>
                <a:cubicBezTo>
                  <a:pt x="201941" y="74926"/>
                  <a:pt x="199011" y="76321"/>
                  <a:pt x="196593" y="78739"/>
                </a:cubicBezTo>
                <a:lnTo>
                  <a:pt x="190360" y="84972"/>
                </a:lnTo>
                <a:cubicBezTo>
                  <a:pt x="187570" y="87762"/>
                  <a:pt x="185989" y="91529"/>
                  <a:pt x="185989" y="95483"/>
                </a:cubicBezTo>
                <a:lnTo>
                  <a:pt x="185989" y="111621"/>
                </a:lnTo>
                <a:cubicBezTo>
                  <a:pt x="185989" y="119853"/>
                  <a:pt x="192639" y="126504"/>
                  <a:pt x="200871" y="126504"/>
                </a:cubicBezTo>
                <a:lnTo>
                  <a:pt x="212080" y="126504"/>
                </a:lnTo>
                <a:cubicBezTo>
                  <a:pt x="213243" y="126504"/>
                  <a:pt x="214406" y="126364"/>
                  <a:pt x="215475" y="126132"/>
                </a:cubicBezTo>
                <a:cubicBezTo>
                  <a:pt x="215661" y="123806"/>
                  <a:pt x="215708" y="121434"/>
                  <a:pt x="215708" y="119062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60" name="Text 58"/>
          <p:cNvSpPr/>
          <p:nvPr/>
        </p:nvSpPr>
        <p:spPr>
          <a:xfrm>
            <a:off x="403225" y="6588125"/>
            <a:ext cx="3595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466M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23069" y="684202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with Disabilities Worldwide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15309" y="6156327"/>
            <a:ext cx="3760787" cy="974725"/>
          </a:xfrm>
          <a:custGeom>
            <a:avLst/>
            <a:gdLst/>
            <a:ahLst/>
            <a:cxnLst/>
            <a:rect l="l" t="t" r="r" b="b"/>
            <a:pathLst>
              <a:path w="3760787" h="974725">
                <a:moveTo>
                  <a:pt x="63503" y="0"/>
                </a:moveTo>
                <a:lnTo>
                  <a:pt x="3697284" y="0"/>
                </a:lnTo>
                <a:cubicBezTo>
                  <a:pt x="3732356" y="0"/>
                  <a:pt x="3760787" y="28431"/>
                  <a:pt x="3760787" y="63503"/>
                </a:cubicBezTo>
                <a:lnTo>
                  <a:pt x="3760787" y="911222"/>
                </a:lnTo>
                <a:cubicBezTo>
                  <a:pt x="3760788" y="946294"/>
                  <a:pt x="3732356" y="974725"/>
                  <a:pt x="3697284" y="974725"/>
                </a:cubicBezTo>
                <a:lnTo>
                  <a:pt x="63503" y="974725"/>
                </a:lnTo>
                <a:cubicBezTo>
                  <a:pt x="28431" y="974725"/>
                  <a:pt x="0" y="946294"/>
                  <a:pt x="0" y="911222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78823" y="6286500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3753" y="25394"/>
                </a:moveTo>
                <a:lnTo>
                  <a:pt x="215150" y="43997"/>
                </a:lnTo>
                <a:cubicBezTo>
                  <a:pt x="209336" y="49811"/>
                  <a:pt x="199895" y="49811"/>
                  <a:pt x="194081" y="43997"/>
                </a:cubicBezTo>
                <a:cubicBezTo>
                  <a:pt x="188268" y="38184"/>
                  <a:pt x="188268" y="28742"/>
                  <a:pt x="194081" y="22929"/>
                </a:cubicBezTo>
                <a:lnTo>
                  <a:pt x="212685" y="4325"/>
                </a:lnTo>
                <a:cubicBezTo>
                  <a:pt x="218498" y="-1488"/>
                  <a:pt x="227940" y="-1488"/>
                  <a:pt x="233753" y="4325"/>
                </a:cubicBezTo>
                <a:cubicBezTo>
                  <a:pt x="239567" y="10139"/>
                  <a:pt x="239567" y="19580"/>
                  <a:pt x="233753" y="25394"/>
                </a:cubicBezTo>
                <a:close/>
                <a:moveTo>
                  <a:pt x="84925" y="174222"/>
                </a:moveTo>
                <a:lnTo>
                  <a:pt x="25394" y="233753"/>
                </a:lnTo>
                <a:cubicBezTo>
                  <a:pt x="19580" y="239567"/>
                  <a:pt x="10139" y="239567"/>
                  <a:pt x="4325" y="233753"/>
                </a:cubicBezTo>
                <a:cubicBezTo>
                  <a:pt x="-1488" y="227940"/>
                  <a:pt x="-1488" y="218498"/>
                  <a:pt x="4325" y="212685"/>
                </a:cubicBezTo>
                <a:lnTo>
                  <a:pt x="63857" y="153153"/>
                </a:lnTo>
                <a:cubicBezTo>
                  <a:pt x="69670" y="147340"/>
                  <a:pt x="79111" y="147340"/>
                  <a:pt x="84925" y="153153"/>
                </a:cubicBezTo>
                <a:cubicBezTo>
                  <a:pt x="90739" y="158967"/>
                  <a:pt x="90739" y="168408"/>
                  <a:pt x="84925" y="174222"/>
                </a:cubicBezTo>
                <a:close/>
                <a:moveTo>
                  <a:pt x="111621" y="59531"/>
                </a:moveTo>
                <a:cubicBezTo>
                  <a:pt x="84832" y="59531"/>
                  <a:pt x="62740" y="79809"/>
                  <a:pt x="59857" y="105807"/>
                </a:cubicBezTo>
                <a:cubicBezTo>
                  <a:pt x="58973" y="113993"/>
                  <a:pt x="51578" y="119853"/>
                  <a:pt x="43439" y="118969"/>
                </a:cubicBezTo>
                <a:cubicBezTo>
                  <a:pt x="35300" y="118086"/>
                  <a:pt x="29394" y="110691"/>
                  <a:pt x="30277" y="102552"/>
                </a:cubicBezTo>
                <a:cubicBezTo>
                  <a:pt x="34789" y="61624"/>
                  <a:pt x="69484" y="29766"/>
                  <a:pt x="111621" y="29766"/>
                </a:cubicBezTo>
                <a:cubicBezTo>
                  <a:pt x="156828" y="29766"/>
                  <a:pt x="193477" y="66415"/>
                  <a:pt x="193477" y="111621"/>
                </a:cubicBezTo>
                <a:cubicBezTo>
                  <a:pt x="193477" y="133015"/>
                  <a:pt x="185245" y="152502"/>
                  <a:pt x="171803" y="167106"/>
                </a:cubicBezTo>
                <a:cubicBezTo>
                  <a:pt x="166222" y="173152"/>
                  <a:pt x="163711" y="178640"/>
                  <a:pt x="163711" y="183245"/>
                </a:cubicBezTo>
                <a:lnTo>
                  <a:pt x="163711" y="186082"/>
                </a:lnTo>
                <a:cubicBezTo>
                  <a:pt x="163711" y="214871"/>
                  <a:pt x="140410" y="238172"/>
                  <a:pt x="111621" y="238172"/>
                </a:cubicBezTo>
                <a:cubicBezTo>
                  <a:pt x="103389" y="238172"/>
                  <a:pt x="96738" y="231521"/>
                  <a:pt x="96738" y="223289"/>
                </a:cubicBezTo>
                <a:cubicBezTo>
                  <a:pt x="96738" y="215057"/>
                  <a:pt x="103389" y="208406"/>
                  <a:pt x="111621" y="208406"/>
                </a:cubicBezTo>
                <a:cubicBezTo>
                  <a:pt x="123946" y="208406"/>
                  <a:pt x="133945" y="198406"/>
                  <a:pt x="133945" y="186082"/>
                </a:cubicBezTo>
                <a:lnTo>
                  <a:pt x="133945" y="183245"/>
                </a:lnTo>
                <a:cubicBezTo>
                  <a:pt x="133945" y="167943"/>
                  <a:pt x="142038" y="155525"/>
                  <a:pt x="149944" y="146968"/>
                </a:cubicBezTo>
                <a:cubicBezTo>
                  <a:pt x="158502" y="137666"/>
                  <a:pt x="163711" y="125295"/>
                  <a:pt x="163711" y="111668"/>
                </a:cubicBezTo>
                <a:cubicBezTo>
                  <a:pt x="163711" y="82879"/>
                  <a:pt x="140410" y="59578"/>
                  <a:pt x="111621" y="59578"/>
                </a:cubicBezTo>
                <a:close/>
                <a:moveTo>
                  <a:pt x="111621" y="96738"/>
                </a:moveTo>
                <a:cubicBezTo>
                  <a:pt x="103389" y="96738"/>
                  <a:pt x="96738" y="103389"/>
                  <a:pt x="96738" y="111621"/>
                </a:cubicBezTo>
                <a:cubicBezTo>
                  <a:pt x="96738" y="117807"/>
                  <a:pt x="91762" y="122783"/>
                  <a:pt x="85576" y="122783"/>
                </a:cubicBezTo>
                <a:cubicBezTo>
                  <a:pt x="79391" y="122783"/>
                  <a:pt x="74414" y="117807"/>
                  <a:pt x="74414" y="111621"/>
                </a:cubicBezTo>
                <a:cubicBezTo>
                  <a:pt x="74414" y="91064"/>
                  <a:pt x="91064" y="74414"/>
                  <a:pt x="111621" y="74414"/>
                </a:cubicBezTo>
                <a:cubicBezTo>
                  <a:pt x="132178" y="74414"/>
                  <a:pt x="148828" y="91064"/>
                  <a:pt x="148828" y="111621"/>
                </a:cubicBezTo>
                <a:cubicBezTo>
                  <a:pt x="148828" y="117807"/>
                  <a:pt x="143852" y="122783"/>
                  <a:pt x="137666" y="122783"/>
                </a:cubicBezTo>
                <a:cubicBezTo>
                  <a:pt x="131480" y="122783"/>
                  <a:pt x="126504" y="117807"/>
                  <a:pt x="126504" y="111621"/>
                </a:cubicBezTo>
                <a:cubicBezTo>
                  <a:pt x="126504" y="103389"/>
                  <a:pt x="119853" y="96738"/>
                  <a:pt x="111621" y="96738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64" name="Text 62"/>
          <p:cNvSpPr/>
          <p:nvPr/>
        </p:nvSpPr>
        <p:spPr>
          <a:xfrm>
            <a:off x="4297859" y="6588125"/>
            <a:ext cx="3595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70M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17703" y="684202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Sign Language as Primary Communication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09942" y="6156327"/>
            <a:ext cx="3760787" cy="974725"/>
          </a:xfrm>
          <a:custGeom>
            <a:avLst/>
            <a:gdLst/>
            <a:ahLst/>
            <a:cxnLst/>
            <a:rect l="l" t="t" r="r" b="b"/>
            <a:pathLst>
              <a:path w="3760787" h="974725">
                <a:moveTo>
                  <a:pt x="63503" y="0"/>
                </a:moveTo>
                <a:lnTo>
                  <a:pt x="3697284" y="0"/>
                </a:lnTo>
                <a:cubicBezTo>
                  <a:pt x="3732356" y="0"/>
                  <a:pt x="3760787" y="28431"/>
                  <a:pt x="3760787" y="63503"/>
                </a:cubicBezTo>
                <a:lnTo>
                  <a:pt x="3760787" y="911222"/>
                </a:lnTo>
                <a:cubicBezTo>
                  <a:pt x="3760788" y="946294"/>
                  <a:pt x="3732356" y="974725"/>
                  <a:pt x="3697284" y="974725"/>
                </a:cubicBezTo>
                <a:lnTo>
                  <a:pt x="63503" y="974725"/>
                </a:lnTo>
                <a:cubicBezTo>
                  <a:pt x="28431" y="974725"/>
                  <a:pt x="0" y="946294"/>
                  <a:pt x="0" y="911222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88339" y="6286500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12226" y="-6046"/>
                </a:moveTo>
                <a:cubicBezTo>
                  <a:pt x="106924" y="-7116"/>
                  <a:pt x="101482" y="-7116"/>
                  <a:pt x="96180" y="-6046"/>
                </a:cubicBezTo>
                <a:lnTo>
                  <a:pt x="8976" y="11395"/>
                </a:lnTo>
                <a:cubicBezTo>
                  <a:pt x="3767" y="12418"/>
                  <a:pt x="0" y="17022"/>
                  <a:pt x="0" y="22324"/>
                </a:cubicBezTo>
                <a:cubicBezTo>
                  <a:pt x="0" y="27115"/>
                  <a:pt x="3023" y="31300"/>
                  <a:pt x="7441" y="32835"/>
                </a:cubicBezTo>
                <a:lnTo>
                  <a:pt x="7441" y="66973"/>
                </a:lnTo>
                <a:lnTo>
                  <a:pt x="140" y="103529"/>
                </a:lnTo>
                <a:cubicBezTo>
                  <a:pt x="47" y="103947"/>
                  <a:pt x="0" y="104412"/>
                  <a:pt x="0" y="104877"/>
                </a:cubicBezTo>
                <a:cubicBezTo>
                  <a:pt x="0" y="108598"/>
                  <a:pt x="3023" y="111668"/>
                  <a:pt x="6790" y="111668"/>
                </a:cubicBezTo>
                <a:lnTo>
                  <a:pt x="23022" y="111668"/>
                </a:lnTo>
                <a:cubicBezTo>
                  <a:pt x="26743" y="111668"/>
                  <a:pt x="29812" y="108645"/>
                  <a:pt x="29812" y="104877"/>
                </a:cubicBezTo>
                <a:cubicBezTo>
                  <a:pt x="29812" y="104412"/>
                  <a:pt x="29766" y="103994"/>
                  <a:pt x="29673" y="103529"/>
                </a:cubicBezTo>
                <a:lnTo>
                  <a:pt x="22324" y="66973"/>
                </a:lnTo>
                <a:lnTo>
                  <a:pt x="22324" y="35951"/>
                </a:lnTo>
                <a:lnTo>
                  <a:pt x="44648" y="40416"/>
                </a:lnTo>
                <a:lnTo>
                  <a:pt x="44648" y="66973"/>
                </a:lnTo>
                <a:cubicBezTo>
                  <a:pt x="44648" y="99854"/>
                  <a:pt x="71298" y="126504"/>
                  <a:pt x="104180" y="126504"/>
                </a:cubicBezTo>
                <a:cubicBezTo>
                  <a:pt x="137061" y="126504"/>
                  <a:pt x="163711" y="99854"/>
                  <a:pt x="163711" y="66973"/>
                </a:cubicBezTo>
                <a:lnTo>
                  <a:pt x="163711" y="40416"/>
                </a:lnTo>
                <a:lnTo>
                  <a:pt x="199383" y="33300"/>
                </a:lnTo>
                <a:cubicBezTo>
                  <a:pt x="204592" y="32231"/>
                  <a:pt x="208359" y="27626"/>
                  <a:pt x="208359" y="22324"/>
                </a:cubicBezTo>
                <a:cubicBezTo>
                  <a:pt x="208359" y="17022"/>
                  <a:pt x="204592" y="12418"/>
                  <a:pt x="199383" y="11395"/>
                </a:cubicBezTo>
                <a:lnTo>
                  <a:pt x="112226" y="-6046"/>
                </a:lnTo>
                <a:close/>
                <a:moveTo>
                  <a:pt x="104180" y="104180"/>
                </a:moveTo>
                <a:cubicBezTo>
                  <a:pt x="83623" y="104180"/>
                  <a:pt x="66973" y="87530"/>
                  <a:pt x="66973" y="66973"/>
                </a:cubicBezTo>
                <a:lnTo>
                  <a:pt x="141387" y="66973"/>
                </a:lnTo>
                <a:cubicBezTo>
                  <a:pt x="141387" y="87530"/>
                  <a:pt x="124737" y="104180"/>
                  <a:pt x="104180" y="104180"/>
                </a:cubicBezTo>
                <a:close/>
                <a:moveTo>
                  <a:pt x="55857" y="148875"/>
                </a:moveTo>
                <a:cubicBezTo>
                  <a:pt x="27301" y="161990"/>
                  <a:pt x="7441" y="190826"/>
                  <a:pt x="7441" y="224312"/>
                </a:cubicBezTo>
                <a:cubicBezTo>
                  <a:pt x="7441" y="231939"/>
                  <a:pt x="13627" y="238125"/>
                  <a:pt x="21255" y="238125"/>
                </a:cubicBezTo>
                <a:lnTo>
                  <a:pt x="93018" y="238125"/>
                </a:lnTo>
                <a:lnTo>
                  <a:pt x="93018" y="170222"/>
                </a:lnTo>
                <a:lnTo>
                  <a:pt x="66322" y="150223"/>
                </a:lnTo>
                <a:cubicBezTo>
                  <a:pt x="63298" y="147944"/>
                  <a:pt x="59252" y="147340"/>
                  <a:pt x="55811" y="148921"/>
                </a:cubicBezTo>
                <a:close/>
                <a:moveTo>
                  <a:pt x="115342" y="238125"/>
                </a:moveTo>
                <a:lnTo>
                  <a:pt x="187105" y="238125"/>
                </a:lnTo>
                <a:cubicBezTo>
                  <a:pt x="194732" y="238125"/>
                  <a:pt x="200918" y="231939"/>
                  <a:pt x="200918" y="224312"/>
                </a:cubicBezTo>
                <a:cubicBezTo>
                  <a:pt x="200918" y="190826"/>
                  <a:pt x="181059" y="161990"/>
                  <a:pt x="152502" y="148921"/>
                </a:cubicBezTo>
                <a:cubicBezTo>
                  <a:pt x="149061" y="147340"/>
                  <a:pt x="145014" y="147944"/>
                  <a:pt x="141991" y="150223"/>
                </a:cubicBezTo>
                <a:lnTo>
                  <a:pt x="115295" y="170222"/>
                </a:lnTo>
                <a:lnTo>
                  <a:pt x="115295" y="238125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68" name="Text 66"/>
          <p:cNvSpPr/>
          <p:nvPr/>
        </p:nvSpPr>
        <p:spPr>
          <a:xfrm>
            <a:off x="8192492" y="6588125"/>
            <a:ext cx="3595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2.5M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212336" y="684202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Learning Sign Language Annually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537" y="398171"/>
            <a:ext cx="63707" cy="382244"/>
          </a:xfrm>
          <a:custGeom>
            <a:avLst/>
            <a:gdLst/>
            <a:ahLst/>
            <a:cxnLst/>
            <a:rect l="l" t="t" r="r" b="b"/>
            <a:pathLst>
              <a:path w="63707" h="382244">
                <a:moveTo>
                  <a:pt x="0" y="0"/>
                </a:moveTo>
                <a:lnTo>
                  <a:pt x="63707" y="0"/>
                </a:lnTo>
                <a:lnTo>
                  <a:pt x="63707" y="382244"/>
                </a:lnTo>
                <a:lnTo>
                  <a:pt x="0" y="382244"/>
                </a:lnTo>
                <a:lnTo>
                  <a:pt x="0" y="0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" name="Text 1"/>
          <p:cNvSpPr/>
          <p:nvPr/>
        </p:nvSpPr>
        <p:spPr>
          <a:xfrm>
            <a:off x="477805" y="318537"/>
            <a:ext cx="2564222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spc="88" kern="0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805" y="477805"/>
            <a:ext cx="2699600" cy="382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1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 It In 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7805" y="923757"/>
            <a:ext cx="11467329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gesture recognition with AR overlay feedback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908" y="1312372"/>
            <a:ext cx="6853321" cy="5539357"/>
          </a:xfrm>
          <a:custGeom>
            <a:avLst/>
            <a:gdLst/>
            <a:ahLst/>
            <a:cxnLst/>
            <a:rect l="l" t="t" r="r" b="b"/>
            <a:pathLst>
              <a:path w="6853321" h="5539357">
                <a:moveTo>
                  <a:pt x="95554" y="0"/>
                </a:moveTo>
                <a:lnTo>
                  <a:pt x="6757768" y="0"/>
                </a:lnTo>
                <a:cubicBezTo>
                  <a:pt x="6810541" y="0"/>
                  <a:pt x="6853321" y="42781"/>
                  <a:pt x="6853321" y="95554"/>
                </a:cubicBezTo>
                <a:lnTo>
                  <a:pt x="6853321" y="5443803"/>
                </a:lnTo>
                <a:cubicBezTo>
                  <a:pt x="6853321" y="5496576"/>
                  <a:pt x="6810541" y="5539357"/>
                  <a:pt x="6757768" y="5539357"/>
                </a:cubicBezTo>
                <a:lnTo>
                  <a:pt x="95554" y="5539357"/>
                </a:lnTo>
                <a:cubicBezTo>
                  <a:pt x="42781" y="5539357"/>
                  <a:pt x="0" y="5496576"/>
                  <a:pt x="0" y="5443803"/>
                </a:cubicBezTo>
                <a:lnTo>
                  <a:pt x="0" y="95554"/>
                </a:lnTo>
                <a:cubicBezTo>
                  <a:pt x="0" y="42816"/>
                  <a:pt x="42816" y="0"/>
                  <a:pt x="95554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2032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2401" y="1509866"/>
            <a:ext cx="1847514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08347" y="1589399"/>
            <a:ext cx="95561" cy="95561"/>
          </a:xfrm>
          <a:custGeom>
            <a:avLst/>
            <a:gdLst/>
            <a:ahLst/>
            <a:cxnLst/>
            <a:rect l="l" t="t" r="r" b="b"/>
            <a:pathLst>
              <a:path w="95561" h="95561">
                <a:moveTo>
                  <a:pt x="47781" y="0"/>
                </a:moveTo>
                <a:lnTo>
                  <a:pt x="47781" y="0"/>
                </a:lnTo>
                <a:cubicBezTo>
                  <a:pt x="74169" y="0"/>
                  <a:pt x="95561" y="21392"/>
                  <a:pt x="95561" y="47781"/>
                </a:cubicBezTo>
                <a:lnTo>
                  <a:pt x="95561" y="47781"/>
                </a:lnTo>
                <a:cubicBezTo>
                  <a:pt x="95561" y="74169"/>
                  <a:pt x="74169" y="95561"/>
                  <a:pt x="47781" y="95561"/>
                </a:cubicBezTo>
                <a:lnTo>
                  <a:pt x="47781" y="95561"/>
                </a:lnTo>
                <a:cubicBezTo>
                  <a:pt x="21392" y="95561"/>
                  <a:pt x="0" y="74169"/>
                  <a:pt x="0" y="47781"/>
                </a:cubicBezTo>
                <a:lnTo>
                  <a:pt x="0" y="47781"/>
                </a:lnTo>
                <a:cubicBezTo>
                  <a:pt x="0" y="21392"/>
                  <a:pt x="21392" y="0"/>
                  <a:pt x="47781" y="0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9" name="Text 7"/>
          <p:cNvSpPr/>
          <p:nvPr/>
        </p:nvSpPr>
        <p:spPr>
          <a:xfrm>
            <a:off x="6767615" y="1557545"/>
            <a:ext cx="270756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586" y="1895194"/>
            <a:ext cx="6456743" cy="4402180"/>
          </a:xfrm>
          <a:custGeom>
            <a:avLst/>
            <a:gdLst/>
            <a:ahLst/>
            <a:cxnLst/>
            <a:rect l="l" t="t" r="r" b="b"/>
            <a:pathLst>
              <a:path w="6456743" h="4402180">
                <a:moveTo>
                  <a:pt x="63700" y="0"/>
                </a:moveTo>
                <a:lnTo>
                  <a:pt x="6393043" y="0"/>
                </a:lnTo>
                <a:cubicBezTo>
                  <a:pt x="6428224" y="0"/>
                  <a:pt x="6456743" y="28519"/>
                  <a:pt x="6456743" y="63700"/>
                </a:cubicBezTo>
                <a:lnTo>
                  <a:pt x="6456743" y="4338480"/>
                </a:lnTo>
                <a:cubicBezTo>
                  <a:pt x="6456743" y="4373661"/>
                  <a:pt x="6428224" y="4402180"/>
                  <a:pt x="6393043" y="4402180"/>
                </a:cubicBezTo>
                <a:lnTo>
                  <a:pt x="63700" y="4402180"/>
                </a:lnTo>
                <a:cubicBezTo>
                  <a:pt x="28519" y="4402180"/>
                  <a:pt x="0" y="4373661"/>
                  <a:pt x="0" y="4338480"/>
                </a:cubicBezTo>
                <a:lnTo>
                  <a:pt x="0" y="63700"/>
                </a:lnTo>
                <a:cubicBezTo>
                  <a:pt x="0" y="28519"/>
                  <a:pt x="28519" y="0"/>
                  <a:pt x="63700" y="0"/>
                </a:cubicBezTo>
                <a:close/>
              </a:path>
            </a:pathLst>
          </a:custGeom>
          <a:solidFill>
            <a:srgbClr val="000000"/>
          </a:solidFill>
          <a:ln w="10160">
            <a:solidFill>
              <a:srgbClr val="333333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11626" y="3029285"/>
            <a:ext cx="1497123" cy="1497123"/>
          </a:xfrm>
          <a:custGeom>
            <a:avLst/>
            <a:gdLst/>
            <a:ahLst/>
            <a:cxnLst/>
            <a:rect l="l" t="t" r="r" b="b"/>
            <a:pathLst>
              <a:path w="1497123" h="1497123">
                <a:moveTo>
                  <a:pt x="748562" y="0"/>
                </a:moveTo>
                <a:lnTo>
                  <a:pt x="748562" y="0"/>
                </a:lnTo>
                <a:cubicBezTo>
                  <a:pt x="1161704" y="0"/>
                  <a:pt x="1497123" y="335419"/>
                  <a:pt x="1497123" y="748562"/>
                </a:cubicBezTo>
                <a:lnTo>
                  <a:pt x="1497123" y="748562"/>
                </a:lnTo>
                <a:cubicBezTo>
                  <a:pt x="1497123" y="1161704"/>
                  <a:pt x="1161704" y="1497123"/>
                  <a:pt x="748562" y="1497123"/>
                </a:cubicBezTo>
                <a:lnTo>
                  <a:pt x="748562" y="1497123"/>
                </a:lnTo>
                <a:cubicBezTo>
                  <a:pt x="335419" y="1497123"/>
                  <a:pt x="0" y="1161704"/>
                  <a:pt x="0" y="748562"/>
                </a:cubicBezTo>
                <a:lnTo>
                  <a:pt x="0" y="748562"/>
                </a:lnTo>
                <a:cubicBezTo>
                  <a:pt x="0" y="335419"/>
                  <a:pt x="335419" y="0"/>
                  <a:pt x="74856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224C87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3480" y="3061139"/>
            <a:ext cx="1433416" cy="1433416"/>
          </a:xfrm>
          <a:custGeom>
            <a:avLst/>
            <a:gdLst/>
            <a:ahLst/>
            <a:cxnLst/>
            <a:rect l="l" t="t" r="r" b="b"/>
            <a:pathLst>
              <a:path w="1433416" h="1433416">
                <a:moveTo>
                  <a:pt x="716708" y="0"/>
                </a:moveTo>
                <a:lnTo>
                  <a:pt x="716708" y="0"/>
                </a:lnTo>
                <a:cubicBezTo>
                  <a:pt x="1112270" y="0"/>
                  <a:pt x="1433416" y="321146"/>
                  <a:pt x="1433416" y="716708"/>
                </a:cubicBezTo>
                <a:lnTo>
                  <a:pt x="1433416" y="716708"/>
                </a:lnTo>
                <a:cubicBezTo>
                  <a:pt x="1433416" y="1112270"/>
                  <a:pt x="1112270" y="1433416"/>
                  <a:pt x="716708" y="1433416"/>
                </a:cubicBezTo>
                <a:lnTo>
                  <a:pt x="716708" y="1433416"/>
                </a:lnTo>
                <a:cubicBezTo>
                  <a:pt x="321146" y="1433416"/>
                  <a:pt x="0" y="1112270"/>
                  <a:pt x="0" y="716708"/>
                </a:cubicBezTo>
                <a:lnTo>
                  <a:pt x="0" y="716708"/>
                </a:lnTo>
                <a:cubicBezTo>
                  <a:pt x="0" y="321146"/>
                  <a:pt x="321146" y="0"/>
                  <a:pt x="7167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3505" y="3491164"/>
            <a:ext cx="573366" cy="573366"/>
          </a:xfrm>
          <a:custGeom>
            <a:avLst/>
            <a:gdLst/>
            <a:ahLst/>
            <a:cxnLst/>
            <a:rect l="l" t="t" r="r" b="b"/>
            <a:pathLst>
              <a:path w="573366" h="573366">
                <a:moveTo>
                  <a:pt x="322519" y="35835"/>
                </a:moveTo>
                <a:cubicBezTo>
                  <a:pt x="322519" y="16014"/>
                  <a:pt x="306505" y="0"/>
                  <a:pt x="286683" y="0"/>
                </a:cubicBezTo>
                <a:cubicBezTo>
                  <a:pt x="266862" y="0"/>
                  <a:pt x="250848" y="16014"/>
                  <a:pt x="250848" y="35835"/>
                </a:cubicBezTo>
                <a:lnTo>
                  <a:pt x="250848" y="268766"/>
                </a:lnTo>
                <a:cubicBezTo>
                  <a:pt x="250848" y="278620"/>
                  <a:pt x="242785" y="286683"/>
                  <a:pt x="232930" y="286683"/>
                </a:cubicBezTo>
                <a:cubicBezTo>
                  <a:pt x="223075" y="286683"/>
                  <a:pt x="215012" y="278620"/>
                  <a:pt x="215012" y="268766"/>
                </a:cubicBezTo>
                <a:lnTo>
                  <a:pt x="215012" y="71671"/>
                </a:lnTo>
                <a:cubicBezTo>
                  <a:pt x="215012" y="51849"/>
                  <a:pt x="198998" y="35835"/>
                  <a:pt x="179177" y="35835"/>
                </a:cubicBezTo>
                <a:cubicBezTo>
                  <a:pt x="159356" y="35835"/>
                  <a:pt x="143342" y="51849"/>
                  <a:pt x="143342" y="71671"/>
                </a:cubicBezTo>
                <a:lnTo>
                  <a:pt x="143342" y="376272"/>
                </a:lnTo>
                <a:cubicBezTo>
                  <a:pt x="143342" y="377952"/>
                  <a:pt x="143342" y="379743"/>
                  <a:pt x="143454" y="381423"/>
                </a:cubicBezTo>
                <a:lnTo>
                  <a:pt x="75702" y="316919"/>
                </a:lnTo>
                <a:cubicBezTo>
                  <a:pt x="57785" y="299898"/>
                  <a:pt x="29452" y="300569"/>
                  <a:pt x="12318" y="318487"/>
                </a:cubicBezTo>
                <a:cubicBezTo>
                  <a:pt x="-4815" y="336405"/>
                  <a:pt x="-4031" y="364737"/>
                  <a:pt x="13886" y="381871"/>
                </a:cubicBezTo>
                <a:lnTo>
                  <a:pt x="139758" y="501696"/>
                </a:lnTo>
                <a:cubicBezTo>
                  <a:pt x="188024" y="547722"/>
                  <a:pt x="252192" y="573366"/>
                  <a:pt x="318935" y="573366"/>
                </a:cubicBezTo>
                <a:lnTo>
                  <a:pt x="340436" y="573366"/>
                </a:lnTo>
                <a:cubicBezTo>
                  <a:pt x="449286" y="573366"/>
                  <a:pt x="537531" y="485122"/>
                  <a:pt x="537531" y="376272"/>
                </a:cubicBezTo>
                <a:lnTo>
                  <a:pt x="537531" y="143342"/>
                </a:lnTo>
                <a:cubicBezTo>
                  <a:pt x="537531" y="123520"/>
                  <a:pt x="521517" y="107506"/>
                  <a:pt x="501696" y="107506"/>
                </a:cubicBezTo>
                <a:cubicBezTo>
                  <a:pt x="481874" y="107506"/>
                  <a:pt x="465860" y="123520"/>
                  <a:pt x="465860" y="143342"/>
                </a:cubicBezTo>
                <a:lnTo>
                  <a:pt x="465860" y="268766"/>
                </a:lnTo>
                <a:cubicBezTo>
                  <a:pt x="465860" y="278620"/>
                  <a:pt x="457797" y="286683"/>
                  <a:pt x="447943" y="286683"/>
                </a:cubicBezTo>
                <a:cubicBezTo>
                  <a:pt x="438088" y="286683"/>
                  <a:pt x="430025" y="278620"/>
                  <a:pt x="430025" y="268766"/>
                </a:cubicBezTo>
                <a:lnTo>
                  <a:pt x="430025" y="71671"/>
                </a:lnTo>
                <a:cubicBezTo>
                  <a:pt x="430025" y="51849"/>
                  <a:pt x="414011" y="35835"/>
                  <a:pt x="394189" y="35835"/>
                </a:cubicBezTo>
                <a:cubicBezTo>
                  <a:pt x="374368" y="35835"/>
                  <a:pt x="358354" y="51849"/>
                  <a:pt x="358354" y="71671"/>
                </a:cubicBezTo>
                <a:lnTo>
                  <a:pt x="358354" y="268766"/>
                </a:lnTo>
                <a:cubicBezTo>
                  <a:pt x="358354" y="278620"/>
                  <a:pt x="350291" y="286683"/>
                  <a:pt x="340436" y="286683"/>
                </a:cubicBezTo>
                <a:cubicBezTo>
                  <a:pt x="330582" y="286683"/>
                  <a:pt x="322519" y="278620"/>
                  <a:pt x="322519" y="268766"/>
                </a:cubicBezTo>
                <a:lnTo>
                  <a:pt x="322519" y="35835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4" name="Text 12"/>
          <p:cNvSpPr/>
          <p:nvPr/>
        </p:nvSpPr>
        <p:spPr>
          <a:xfrm>
            <a:off x="2847919" y="4669750"/>
            <a:ext cx="1807697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Detecting Gesture...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3846" y="4988190"/>
            <a:ext cx="1775843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3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your hand in the frame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9371" y="2028982"/>
            <a:ext cx="746969" cy="547883"/>
          </a:xfrm>
          <a:custGeom>
            <a:avLst/>
            <a:gdLst/>
            <a:ahLst/>
            <a:cxnLst/>
            <a:rect l="l" t="t" r="r" b="b"/>
            <a:pathLst>
              <a:path w="746969" h="547883">
                <a:moveTo>
                  <a:pt x="63708" y="0"/>
                </a:moveTo>
                <a:lnTo>
                  <a:pt x="683261" y="0"/>
                </a:lnTo>
                <a:cubicBezTo>
                  <a:pt x="718446" y="0"/>
                  <a:pt x="746969" y="28523"/>
                  <a:pt x="746969" y="63708"/>
                </a:cubicBezTo>
                <a:lnTo>
                  <a:pt x="746969" y="484176"/>
                </a:lnTo>
                <a:cubicBezTo>
                  <a:pt x="746969" y="519360"/>
                  <a:pt x="718446" y="547883"/>
                  <a:pt x="683261" y="547883"/>
                </a:cubicBezTo>
                <a:lnTo>
                  <a:pt x="63708" y="547883"/>
                </a:lnTo>
                <a:cubicBezTo>
                  <a:pt x="28523" y="547883"/>
                  <a:pt x="0" y="519360"/>
                  <a:pt x="0" y="484176"/>
                </a:cubicBezTo>
                <a:lnTo>
                  <a:pt x="0" y="63708"/>
                </a:lnTo>
                <a:cubicBezTo>
                  <a:pt x="0" y="28547"/>
                  <a:pt x="28547" y="0"/>
                  <a:pt x="63708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118" y="2095873"/>
            <a:ext cx="605220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118" y="2255142"/>
            <a:ext cx="645037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98.7%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6692" y="2028982"/>
            <a:ext cx="635481" cy="547883"/>
          </a:xfrm>
          <a:custGeom>
            <a:avLst/>
            <a:gdLst/>
            <a:ahLst/>
            <a:cxnLst/>
            <a:rect l="l" t="t" r="r" b="b"/>
            <a:pathLst>
              <a:path w="635481" h="547883">
                <a:moveTo>
                  <a:pt x="63708" y="0"/>
                </a:moveTo>
                <a:lnTo>
                  <a:pt x="571773" y="0"/>
                </a:lnTo>
                <a:cubicBezTo>
                  <a:pt x="606958" y="0"/>
                  <a:pt x="635481" y="28523"/>
                  <a:pt x="635481" y="63708"/>
                </a:cubicBezTo>
                <a:lnTo>
                  <a:pt x="635481" y="484176"/>
                </a:lnTo>
                <a:cubicBezTo>
                  <a:pt x="635481" y="519360"/>
                  <a:pt x="606958" y="547883"/>
                  <a:pt x="571773" y="547883"/>
                </a:cubicBezTo>
                <a:lnTo>
                  <a:pt x="63708" y="547883"/>
                </a:lnTo>
                <a:cubicBezTo>
                  <a:pt x="28523" y="547883"/>
                  <a:pt x="0" y="519360"/>
                  <a:pt x="0" y="484176"/>
                </a:cubicBezTo>
                <a:lnTo>
                  <a:pt x="0" y="63708"/>
                </a:lnTo>
                <a:cubicBezTo>
                  <a:pt x="0" y="28547"/>
                  <a:pt x="28547" y="0"/>
                  <a:pt x="63708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10160">
            <a:solidFill>
              <a:srgbClr val="DA3832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5438" y="2095873"/>
            <a:ext cx="493732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5438" y="2255142"/>
            <a:ext cx="533549" cy="254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6186" y="5593507"/>
            <a:ext cx="6195543" cy="573366"/>
          </a:xfrm>
          <a:custGeom>
            <a:avLst/>
            <a:gdLst/>
            <a:ahLst/>
            <a:cxnLst/>
            <a:rect l="l" t="t" r="r" b="b"/>
            <a:pathLst>
              <a:path w="6195543" h="573366">
                <a:moveTo>
                  <a:pt x="63707" y="0"/>
                </a:moveTo>
                <a:lnTo>
                  <a:pt x="6131836" y="0"/>
                </a:lnTo>
                <a:cubicBezTo>
                  <a:pt x="6167020" y="0"/>
                  <a:pt x="6195543" y="28522"/>
                  <a:pt x="6195543" y="63707"/>
                </a:cubicBezTo>
                <a:lnTo>
                  <a:pt x="6195543" y="509660"/>
                </a:lnTo>
                <a:cubicBezTo>
                  <a:pt x="6195543" y="544844"/>
                  <a:pt x="6167020" y="573366"/>
                  <a:pt x="6131836" y="573366"/>
                </a:cubicBezTo>
                <a:lnTo>
                  <a:pt x="63707" y="573366"/>
                </a:lnTo>
                <a:cubicBezTo>
                  <a:pt x="28522" y="573366"/>
                  <a:pt x="0" y="544844"/>
                  <a:pt x="0" y="509660"/>
                </a:cubicBezTo>
                <a:lnTo>
                  <a:pt x="0" y="63707"/>
                </a:lnTo>
                <a:cubicBezTo>
                  <a:pt x="0" y="28546"/>
                  <a:pt x="28546" y="0"/>
                  <a:pt x="63707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80000"/>
                </a:srgbClr>
              </a:gs>
              <a:gs pos="100000">
                <a:srgbClr val="DA3832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783601" y="5784629"/>
            <a:ext cx="238903" cy="191122"/>
          </a:xfrm>
          <a:custGeom>
            <a:avLst/>
            <a:gdLst/>
            <a:ahLst/>
            <a:cxnLst/>
            <a:rect l="l" t="t" r="r" b="b"/>
            <a:pathLst>
              <a:path w="238903" h="191122">
                <a:moveTo>
                  <a:pt x="199185" y="12132"/>
                </a:moveTo>
                <a:cubicBezTo>
                  <a:pt x="195340" y="8996"/>
                  <a:pt x="189704" y="9593"/>
                  <a:pt x="186568" y="13438"/>
                </a:cubicBezTo>
                <a:cubicBezTo>
                  <a:pt x="183432" y="17283"/>
                  <a:pt x="184030" y="22920"/>
                  <a:pt x="187875" y="26055"/>
                </a:cubicBezTo>
                <a:cubicBezTo>
                  <a:pt x="208107" y="42480"/>
                  <a:pt x="220985" y="67490"/>
                  <a:pt x="220985" y="95561"/>
                </a:cubicBezTo>
                <a:cubicBezTo>
                  <a:pt x="220985" y="123632"/>
                  <a:pt x="208107" y="148642"/>
                  <a:pt x="187875" y="165104"/>
                </a:cubicBezTo>
                <a:cubicBezTo>
                  <a:pt x="184030" y="168240"/>
                  <a:pt x="183470" y="173876"/>
                  <a:pt x="186568" y="177721"/>
                </a:cubicBezTo>
                <a:cubicBezTo>
                  <a:pt x="189666" y="181566"/>
                  <a:pt x="195340" y="182126"/>
                  <a:pt x="199185" y="179028"/>
                </a:cubicBezTo>
                <a:cubicBezTo>
                  <a:pt x="223411" y="159281"/>
                  <a:pt x="238903" y="129231"/>
                  <a:pt x="238903" y="95561"/>
                </a:cubicBezTo>
                <a:cubicBezTo>
                  <a:pt x="238903" y="61891"/>
                  <a:pt x="223411" y="31804"/>
                  <a:pt x="199185" y="12132"/>
                </a:cubicBezTo>
                <a:close/>
                <a:moveTo>
                  <a:pt x="176601" y="39942"/>
                </a:moveTo>
                <a:cubicBezTo>
                  <a:pt x="172756" y="36806"/>
                  <a:pt x="167120" y="37403"/>
                  <a:pt x="163984" y="41248"/>
                </a:cubicBezTo>
                <a:cubicBezTo>
                  <a:pt x="160849" y="45093"/>
                  <a:pt x="161446" y="50729"/>
                  <a:pt x="165291" y="53865"/>
                </a:cubicBezTo>
                <a:cubicBezTo>
                  <a:pt x="177423" y="63720"/>
                  <a:pt x="185150" y="78726"/>
                  <a:pt x="185150" y="95561"/>
                </a:cubicBezTo>
                <a:cubicBezTo>
                  <a:pt x="185150" y="112396"/>
                  <a:pt x="177423" y="127402"/>
                  <a:pt x="165291" y="137294"/>
                </a:cubicBezTo>
                <a:cubicBezTo>
                  <a:pt x="161446" y="140430"/>
                  <a:pt x="160886" y="146067"/>
                  <a:pt x="163984" y="149911"/>
                </a:cubicBezTo>
                <a:cubicBezTo>
                  <a:pt x="167083" y="153756"/>
                  <a:pt x="172756" y="154316"/>
                  <a:pt x="176601" y="151218"/>
                </a:cubicBezTo>
                <a:cubicBezTo>
                  <a:pt x="192727" y="138078"/>
                  <a:pt x="203067" y="118033"/>
                  <a:pt x="203067" y="95598"/>
                </a:cubicBezTo>
                <a:cubicBezTo>
                  <a:pt x="203067" y="73164"/>
                  <a:pt x="192727" y="53119"/>
                  <a:pt x="176601" y="39979"/>
                </a:cubicBezTo>
                <a:close/>
                <a:moveTo>
                  <a:pt x="154018" y="67751"/>
                </a:moveTo>
                <a:cubicBezTo>
                  <a:pt x="150173" y="64616"/>
                  <a:pt x="144536" y="65213"/>
                  <a:pt x="141401" y="69058"/>
                </a:cubicBezTo>
                <a:cubicBezTo>
                  <a:pt x="138265" y="72903"/>
                  <a:pt x="138862" y="78539"/>
                  <a:pt x="142707" y="81675"/>
                </a:cubicBezTo>
                <a:cubicBezTo>
                  <a:pt x="146739" y="84960"/>
                  <a:pt x="149314" y="89962"/>
                  <a:pt x="149314" y="95561"/>
                </a:cubicBezTo>
                <a:cubicBezTo>
                  <a:pt x="149314" y="101160"/>
                  <a:pt x="146739" y="106162"/>
                  <a:pt x="142707" y="109485"/>
                </a:cubicBezTo>
                <a:cubicBezTo>
                  <a:pt x="138862" y="112620"/>
                  <a:pt x="138302" y="118257"/>
                  <a:pt x="141401" y="122102"/>
                </a:cubicBezTo>
                <a:cubicBezTo>
                  <a:pt x="144499" y="125947"/>
                  <a:pt x="150173" y="126506"/>
                  <a:pt x="154018" y="123408"/>
                </a:cubicBezTo>
                <a:cubicBezTo>
                  <a:pt x="162043" y="116801"/>
                  <a:pt x="167232" y="106797"/>
                  <a:pt x="167232" y="95561"/>
                </a:cubicBezTo>
                <a:cubicBezTo>
                  <a:pt x="167232" y="84325"/>
                  <a:pt x="162043" y="74321"/>
                  <a:pt x="154018" y="67751"/>
                </a:cubicBezTo>
                <a:close/>
                <a:moveTo>
                  <a:pt x="29863" y="131396"/>
                </a:moveTo>
                <a:lnTo>
                  <a:pt x="47781" y="131396"/>
                </a:lnTo>
                <a:lnTo>
                  <a:pt x="97838" y="175892"/>
                </a:lnTo>
                <a:cubicBezTo>
                  <a:pt x="100227" y="178020"/>
                  <a:pt x="103288" y="179177"/>
                  <a:pt x="106461" y="179177"/>
                </a:cubicBezTo>
                <a:cubicBezTo>
                  <a:pt x="113628" y="179177"/>
                  <a:pt x="119451" y="173354"/>
                  <a:pt x="119451" y="166187"/>
                </a:cubicBezTo>
                <a:lnTo>
                  <a:pt x="119451" y="24935"/>
                </a:lnTo>
                <a:cubicBezTo>
                  <a:pt x="119451" y="17768"/>
                  <a:pt x="113628" y="11945"/>
                  <a:pt x="106461" y="11945"/>
                </a:cubicBezTo>
                <a:cubicBezTo>
                  <a:pt x="103288" y="11945"/>
                  <a:pt x="100227" y="13102"/>
                  <a:pt x="97838" y="15230"/>
                </a:cubicBezTo>
                <a:lnTo>
                  <a:pt x="47781" y="59726"/>
                </a:lnTo>
                <a:lnTo>
                  <a:pt x="29863" y="59726"/>
                </a:lnTo>
                <a:cubicBezTo>
                  <a:pt x="19971" y="59726"/>
                  <a:pt x="11945" y="67751"/>
                  <a:pt x="11945" y="77643"/>
                </a:cubicBezTo>
                <a:lnTo>
                  <a:pt x="11945" y="113479"/>
                </a:lnTo>
                <a:cubicBezTo>
                  <a:pt x="11945" y="123371"/>
                  <a:pt x="19971" y="131396"/>
                  <a:pt x="29863" y="1313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18065" y="5689068"/>
            <a:ext cx="78041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Output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8065" y="5848337"/>
            <a:ext cx="796342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"Letter A"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20248" y="5720922"/>
            <a:ext cx="318537" cy="318537"/>
          </a:xfrm>
          <a:custGeom>
            <a:avLst/>
            <a:gdLst/>
            <a:ahLst/>
            <a:cxnLst/>
            <a:rect l="l" t="t" r="r" b="b"/>
            <a:pathLst>
              <a:path w="318537" h="318537">
                <a:moveTo>
                  <a:pt x="159268" y="0"/>
                </a:moveTo>
                <a:lnTo>
                  <a:pt x="159268" y="0"/>
                </a:lnTo>
                <a:cubicBezTo>
                  <a:pt x="247171" y="0"/>
                  <a:pt x="318537" y="71366"/>
                  <a:pt x="318537" y="159268"/>
                </a:cubicBezTo>
                <a:lnTo>
                  <a:pt x="318537" y="159268"/>
                </a:lnTo>
                <a:cubicBezTo>
                  <a:pt x="318537" y="247171"/>
                  <a:pt x="247171" y="318537"/>
                  <a:pt x="159268" y="318537"/>
                </a:cubicBezTo>
                <a:lnTo>
                  <a:pt x="159268" y="318537"/>
                </a:lnTo>
                <a:cubicBezTo>
                  <a:pt x="71366" y="318537"/>
                  <a:pt x="0" y="247171"/>
                  <a:pt x="0" y="159268"/>
                </a:cubicBezTo>
                <a:lnTo>
                  <a:pt x="0" y="159268"/>
                </a:lnTo>
                <a:cubicBezTo>
                  <a:pt x="0" y="71366"/>
                  <a:pt x="71366" y="0"/>
                  <a:pt x="1592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23772" y="5816483"/>
            <a:ext cx="111488" cy="127415"/>
          </a:xfrm>
          <a:custGeom>
            <a:avLst/>
            <a:gdLst/>
            <a:ahLst/>
            <a:cxnLst/>
            <a:rect l="l" t="t" r="r" b="b"/>
            <a:pathLst>
              <a:path w="111488" h="127415">
                <a:moveTo>
                  <a:pt x="22696" y="9183"/>
                </a:moveTo>
                <a:cubicBezTo>
                  <a:pt x="19610" y="7491"/>
                  <a:pt x="15877" y="7565"/>
                  <a:pt x="12841" y="9357"/>
                </a:cubicBezTo>
                <a:cubicBezTo>
                  <a:pt x="9805" y="11149"/>
                  <a:pt x="7963" y="14409"/>
                  <a:pt x="7963" y="17918"/>
                </a:cubicBezTo>
                <a:lnTo>
                  <a:pt x="7963" y="109497"/>
                </a:lnTo>
                <a:cubicBezTo>
                  <a:pt x="7963" y="113006"/>
                  <a:pt x="9830" y="116266"/>
                  <a:pt x="12841" y="118058"/>
                </a:cubicBezTo>
                <a:cubicBezTo>
                  <a:pt x="15852" y="119850"/>
                  <a:pt x="19610" y="119924"/>
                  <a:pt x="22696" y="118232"/>
                </a:cubicBezTo>
                <a:lnTo>
                  <a:pt x="106312" y="72442"/>
                </a:lnTo>
                <a:cubicBezTo>
                  <a:pt x="109497" y="70700"/>
                  <a:pt x="111488" y="67341"/>
                  <a:pt x="111488" y="63707"/>
                </a:cubicBezTo>
                <a:cubicBezTo>
                  <a:pt x="111488" y="60074"/>
                  <a:pt x="109497" y="56715"/>
                  <a:pt x="106312" y="54973"/>
                </a:cubicBezTo>
                <a:lnTo>
                  <a:pt x="22696" y="918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2492" y="5720922"/>
            <a:ext cx="318537" cy="318537"/>
          </a:xfrm>
          <a:custGeom>
            <a:avLst/>
            <a:gdLst/>
            <a:ahLst/>
            <a:cxnLst/>
            <a:rect l="l" t="t" r="r" b="b"/>
            <a:pathLst>
              <a:path w="318537" h="318537">
                <a:moveTo>
                  <a:pt x="159268" y="0"/>
                </a:moveTo>
                <a:lnTo>
                  <a:pt x="159268" y="0"/>
                </a:lnTo>
                <a:cubicBezTo>
                  <a:pt x="247171" y="0"/>
                  <a:pt x="318537" y="71366"/>
                  <a:pt x="318537" y="159268"/>
                </a:cubicBezTo>
                <a:lnTo>
                  <a:pt x="318537" y="159268"/>
                </a:lnTo>
                <a:cubicBezTo>
                  <a:pt x="318537" y="247171"/>
                  <a:pt x="247171" y="318537"/>
                  <a:pt x="159268" y="318537"/>
                </a:cubicBezTo>
                <a:lnTo>
                  <a:pt x="159268" y="318537"/>
                </a:lnTo>
                <a:cubicBezTo>
                  <a:pt x="71366" y="318537"/>
                  <a:pt x="0" y="247171"/>
                  <a:pt x="0" y="159268"/>
                </a:cubicBezTo>
                <a:lnTo>
                  <a:pt x="0" y="159268"/>
                </a:lnTo>
                <a:cubicBezTo>
                  <a:pt x="0" y="71366"/>
                  <a:pt x="71366" y="0"/>
                  <a:pt x="15926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98053" y="5816483"/>
            <a:ext cx="127415" cy="127415"/>
          </a:xfrm>
          <a:custGeom>
            <a:avLst/>
            <a:gdLst/>
            <a:ahLst/>
            <a:cxnLst/>
            <a:rect l="l" t="t" r="r" b="b"/>
            <a:pathLst>
              <a:path w="127415" h="127415">
                <a:moveTo>
                  <a:pt x="48552" y="2364"/>
                </a:moveTo>
                <a:cubicBezTo>
                  <a:pt x="49299" y="-1319"/>
                  <a:pt x="52559" y="-3982"/>
                  <a:pt x="56341" y="-3982"/>
                </a:cubicBezTo>
                <a:lnTo>
                  <a:pt x="71223" y="-3982"/>
                </a:lnTo>
                <a:cubicBezTo>
                  <a:pt x="75005" y="-3982"/>
                  <a:pt x="78266" y="-1319"/>
                  <a:pt x="79012" y="2364"/>
                </a:cubicBezTo>
                <a:lnTo>
                  <a:pt x="82621" y="19784"/>
                </a:lnTo>
                <a:cubicBezTo>
                  <a:pt x="86129" y="21277"/>
                  <a:pt x="89414" y="23193"/>
                  <a:pt x="92401" y="25458"/>
                </a:cubicBezTo>
                <a:lnTo>
                  <a:pt x="109273" y="19859"/>
                </a:lnTo>
                <a:cubicBezTo>
                  <a:pt x="112857" y="18664"/>
                  <a:pt x="116789" y="20157"/>
                  <a:pt x="118680" y="23442"/>
                </a:cubicBezTo>
                <a:lnTo>
                  <a:pt x="126121" y="36333"/>
                </a:lnTo>
                <a:cubicBezTo>
                  <a:pt x="128012" y="39618"/>
                  <a:pt x="127340" y="43749"/>
                  <a:pt x="124503" y="46263"/>
                </a:cubicBezTo>
                <a:lnTo>
                  <a:pt x="111239" y="58058"/>
                </a:lnTo>
                <a:cubicBezTo>
                  <a:pt x="111463" y="59900"/>
                  <a:pt x="111563" y="61791"/>
                  <a:pt x="111563" y="63707"/>
                </a:cubicBezTo>
                <a:cubicBezTo>
                  <a:pt x="111563" y="65624"/>
                  <a:pt x="111438" y="67515"/>
                  <a:pt x="111239" y="69356"/>
                </a:cubicBezTo>
                <a:lnTo>
                  <a:pt x="124528" y="81177"/>
                </a:lnTo>
                <a:cubicBezTo>
                  <a:pt x="127365" y="83691"/>
                  <a:pt x="128012" y="87847"/>
                  <a:pt x="126146" y="91107"/>
                </a:cubicBezTo>
                <a:lnTo>
                  <a:pt x="118705" y="103997"/>
                </a:lnTo>
                <a:cubicBezTo>
                  <a:pt x="116813" y="107257"/>
                  <a:pt x="112882" y="108775"/>
                  <a:pt x="109298" y="107581"/>
                </a:cubicBezTo>
                <a:lnTo>
                  <a:pt x="92425" y="101982"/>
                </a:lnTo>
                <a:cubicBezTo>
                  <a:pt x="89414" y="104246"/>
                  <a:pt x="86129" y="106137"/>
                  <a:pt x="82645" y="107656"/>
                </a:cubicBezTo>
                <a:lnTo>
                  <a:pt x="79062" y="125051"/>
                </a:lnTo>
                <a:cubicBezTo>
                  <a:pt x="78290" y="128759"/>
                  <a:pt x="75030" y="131396"/>
                  <a:pt x="71273" y="131396"/>
                </a:cubicBezTo>
                <a:lnTo>
                  <a:pt x="56391" y="131396"/>
                </a:lnTo>
                <a:cubicBezTo>
                  <a:pt x="52608" y="131396"/>
                  <a:pt x="49348" y="128734"/>
                  <a:pt x="48602" y="125051"/>
                </a:cubicBezTo>
                <a:lnTo>
                  <a:pt x="45018" y="107656"/>
                </a:lnTo>
                <a:cubicBezTo>
                  <a:pt x="41509" y="106162"/>
                  <a:pt x="38249" y="104246"/>
                  <a:pt x="35238" y="101982"/>
                </a:cubicBezTo>
                <a:lnTo>
                  <a:pt x="18291" y="107581"/>
                </a:lnTo>
                <a:cubicBezTo>
                  <a:pt x="14707" y="108775"/>
                  <a:pt x="10776" y="107282"/>
                  <a:pt x="8884" y="103997"/>
                </a:cubicBezTo>
                <a:lnTo>
                  <a:pt x="1443" y="91107"/>
                </a:lnTo>
                <a:cubicBezTo>
                  <a:pt x="-448" y="87822"/>
                  <a:pt x="224" y="83691"/>
                  <a:pt x="3061" y="81177"/>
                </a:cubicBezTo>
                <a:lnTo>
                  <a:pt x="16350" y="69356"/>
                </a:lnTo>
                <a:cubicBezTo>
                  <a:pt x="16126" y="67515"/>
                  <a:pt x="16026" y="65624"/>
                  <a:pt x="16026" y="63707"/>
                </a:cubicBezTo>
                <a:cubicBezTo>
                  <a:pt x="16026" y="61791"/>
                  <a:pt x="16151" y="59900"/>
                  <a:pt x="16350" y="58058"/>
                </a:cubicBezTo>
                <a:lnTo>
                  <a:pt x="3061" y="46238"/>
                </a:lnTo>
                <a:cubicBezTo>
                  <a:pt x="224" y="43724"/>
                  <a:pt x="-423" y="39568"/>
                  <a:pt x="1443" y="36308"/>
                </a:cubicBezTo>
                <a:lnTo>
                  <a:pt x="8884" y="23417"/>
                </a:lnTo>
                <a:cubicBezTo>
                  <a:pt x="10776" y="20133"/>
                  <a:pt x="14707" y="18639"/>
                  <a:pt x="18291" y="19834"/>
                </a:cubicBezTo>
                <a:lnTo>
                  <a:pt x="35163" y="25433"/>
                </a:lnTo>
                <a:cubicBezTo>
                  <a:pt x="38175" y="23169"/>
                  <a:pt x="41460" y="21277"/>
                  <a:pt x="44944" y="19759"/>
                </a:cubicBezTo>
                <a:lnTo>
                  <a:pt x="48552" y="2364"/>
                </a:lnTo>
                <a:close/>
                <a:moveTo>
                  <a:pt x="63782" y="83616"/>
                </a:moveTo>
                <a:cubicBezTo>
                  <a:pt x="70895" y="83589"/>
                  <a:pt x="77453" y="79770"/>
                  <a:pt x="80986" y="73597"/>
                </a:cubicBezTo>
                <a:cubicBezTo>
                  <a:pt x="84519" y="67424"/>
                  <a:pt x="84491" y="59835"/>
                  <a:pt x="80911" y="53688"/>
                </a:cubicBezTo>
                <a:cubicBezTo>
                  <a:pt x="77332" y="47542"/>
                  <a:pt x="70745" y="43772"/>
                  <a:pt x="63633" y="43799"/>
                </a:cubicBezTo>
                <a:cubicBezTo>
                  <a:pt x="56520" y="43825"/>
                  <a:pt x="49962" y="47645"/>
                  <a:pt x="46429" y="53818"/>
                </a:cubicBezTo>
                <a:cubicBezTo>
                  <a:pt x="42896" y="59991"/>
                  <a:pt x="42924" y="67580"/>
                  <a:pt x="46503" y="73726"/>
                </a:cubicBezTo>
                <a:cubicBezTo>
                  <a:pt x="50083" y="79873"/>
                  <a:pt x="56669" y="83643"/>
                  <a:pt x="63782" y="836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38327" y="6475857"/>
            <a:ext cx="127415" cy="127415"/>
          </a:xfrm>
          <a:custGeom>
            <a:avLst/>
            <a:gdLst/>
            <a:ahLst/>
            <a:cxnLst/>
            <a:rect l="l" t="t" r="r" b="b"/>
            <a:pathLst>
              <a:path w="127415" h="127415">
                <a:moveTo>
                  <a:pt x="37105" y="16126"/>
                </a:moveTo>
                <a:lnTo>
                  <a:pt x="34516" y="23890"/>
                </a:lnTo>
                <a:lnTo>
                  <a:pt x="15927" y="23890"/>
                </a:lnTo>
                <a:cubicBezTo>
                  <a:pt x="7142" y="23890"/>
                  <a:pt x="0" y="31032"/>
                  <a:pt x="0" y="39817"/>
                </a:cubicBezTo>
                <a:lnTo>
                  <a:pt x="0" y="103524"/>
                </a:lnTo>
                <a:cubicBezTo>
                  <a:pt x="0" y="112309"/>
                  <a:pt x="7142" y="119451"/>
                  <a:pt x="15927" y="119451"/>
                </a:cubicBezTo>
                <a:lnTo>
                  <a:pt x="111488" y="119451"/>
                </a:lnTo>
                <a:cubicBezTo>
                  <a:pt x="120273" y="119451"/>
                  <a:pt x="127415" y="112309"/>
                  <a:pt x="127415" y="103524"/>
                </a:cubicBezTo>
                <a:lnTo>
                  <a:pt x="127415" y="39817"/>
                </a:lnTo>
                <a:cubicBezTo>
                  <a:pt x="127415" y="31032"/>
                  <a:pt x="120273" y="23890"/>
                  <a:pt x="111488" y="23890"/>
                </a:cubicBezTo>
                <a:lnTo>
                  <a:pt x="92898" y="23890"/>
                </a:lnTo>
                <a:lnTo>
                  <a:pt x="90310" y="16126"/>
                </a:lnTo>
                <a:cubicBezTo>
                  <a:pt x="88693" y="11248"/>
                  <a:pt x="84139" y="7963"/>
                  <a:pt x="78987" y="7963"/>
                </a:cubicBezTo>
                <a:lnTo>
                  <a:pt x="48428" y="7963"/>
                </a:lnTo>
                <a:cubicBezTo>
                  <a:pt x="43276" y="7963"/>
                  <a:pt x="38722" y="11248"/>
                  <a:pt x="37105" y="16126"/>
                </a:cubicBezTo>
                <a:close/>
                <a:moveTo>
                  <a:pt x="63707" y="47781"/>
                </a:moveTo>
                <a:cubicBezTo>
                  <a:pt x="76893" y="47781"/>
                  <a:pt x="87598" y="58485"/>
                  <a:pt x="87598" y="71671"/>
                </a:cubicBezTo>
                <a:cubicBezTo>
                  <a:pt x="87598" y="84856"/>
                  <a:pt x="76893" y="95561"/>
                  <a:pt x="63707" y="95561"/>
                </a:cubicBezTo>
                <a:cubicBezTo>
                  <a:pt x="50522" y="95561"/>
                  <a:pt x="39817" y="84856"/>
                  <a:pt x="39817" y="71671"/>
                </a:cubicBezTo>
                <a:cubicBezTo>
                  <a:pt x="39817" y="58485"/>
                  <a:pt x="50522" y="47781"/>
                  <a:pt x="63707" y="47781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31" name="Text 29"/>
          <p:cNvSpPr/>
          <p:nvPr/>
        </p:nvSpPr>
        <p:spPr>
          <a:xfrm>
            <a:off x="745376" y="6459930"/>
            <a:ext cx="764489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Active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611000" y="6475857"/>
            <a:ext cx="95561" cy="127415"/>
          </a:xfrm>
          <a:custGeom>
            <a:avLst/>
            <a:gdLst/>
            <a:ahLst/>
            <a:cxnLst/>
            <a:rect l="l" t="t" r="r" b="b"/>
            <a:pathLst>
              <a:path w="95561" h="127415">
                <a:moveTo>
                  <a:pt x="47781" y="0"/>
                </a:moveTo>
                <a:cubicBezTo>
                  <a:pt x="34591" y="0"/>
                  <a:pt x="23890" y="10701"/>
                  <a:pt x="23890" y="23890"/>
                </a:cubicBezTo>
                <a:lnTo>
                  <a:pt x="23890" y="55744"/>
                </a:lnTo>
                <a:cubicBezTo>
                  <a:pt x="23890" y="68933"/>
                  <a:pt x="34591" y="79634"/>
                  <a:pt x="47781" y="79634"/>
                </a:cubicBezTo>
                <a:cubicBezTo>
                  <a:pt x="60970" y="79634"/>
                  <a:pt x="71671" y="68933"/>
                  <a:pt x="71671" y="55744"/>
                </a:cubicBezTo>
                <a:lnTo>
                  <a:pt x="71671" y="23890"/>
                </a:lnTo>
                <a:cubicBezTo>
                  <a:pt x="71671" y="10701"/>
                  <a:pt x="60970" y="0"/>
                  <a:pt x="47781" y="0"/>
                </a:cubicBezTo>
                <a:close/>
                <a:moveTo>
                  <a:pt x="11945" y="45790"/>
                </a:moveTo>
                <a:cubicBezTo>
                  <a:pt x="11945" y="42480"/>
                  <a:pt x="9282" y="39817"/>
                  <a:pt x="5973" y="39817"/>
                </a:cubicBezTo>
                <a:cubicBezTo>
                  <a:pt x="2663" y="39817"/>
                  <a:pt x="0" y="42480"/>
                  <a:pt x="0" y="45790"/>
                </a:cubicBezTo>
                <a:lnTo>
                  <a:pt x="0" y="55744"/>
                </a:lnTo>
                <a:cubicBezTo>
                  <a:pt x="0" y="80107"/>
                  <a:pt x="18241" y="100215"/>
                  <a:pt x="41808" y="103151"/>
                </a:cubicBezTo>
                <a:lnTo>
                  <a:pt x="41808" y="115470"/>
                </a:lnTo>
                <a:lnTo>
                  <a:pt x="29863" y="115470"/>
                </a:lnTo>
                <a:cubicBezTo>
                  <a:pt x="26553" y="115470"/>
                  <a:pt x="23890" y="118132"/>
                  <a:pt x="23890" y="121442"/>
                </a:cubicBezTo>
                <a:cubicBezTo>
                  <a:pt x="23890" y="124752"/>
                  <a:pt x="26553" y="127415"/>
                  <a:pt x="29863" y="127415"/>
                </a:cubicBezTo>
                <a:lnTo>
                  <a:pt x="65698" y="127415"/>
                </a:lnTo>
                <a:cubicBezTo>
                  <a:pt x="69008" y="127415"/>
                  <a:pt x="71671" y="124752"/>
                  <a:pt x="71671" y="121442"/>
                </a:cubicBezTo>
                <a:cubicBezTo>
                  <a:pt x="71671" y="118132"/>
                  <a:pt x="69008" y="115470"/>
                  <a:pt x="65698" y="115470"/>
                </a:cubicBezTo>
                <a:lnTo>
                  <a:pt x="53753" y="115470"/>
                </a:lnTo>
                <a:lnTo>
                  <a:pt x="53753" y="103151"/>
                </a:lnTo>
                <a:cubicBezTo>
                  <a:pt x="77320" y="100215"/>
                  <a:pt x="95561" y="80107"/>
                  <a:pt x="95561" y="55744"/>
                </a:cubicBezTo>
                <a:lnTo>
                  <a:pt x="95561" y="45790"/>
                </a:lnTo>
                <a:cubicBezTo>
                  <a:pt x="95561" y="42480"/>
                  <a:pt x="92898" y="39817"/>
                  <a:pt x="89589" y="39817"/>
                </a:cubicBezTo>
                <a:cubicBezTo>
                  <a:pt x="86279" y="39817"/>
                  <a:pt x="83616" y="42480"/>
                  <a:pt x="83616" y="45790"/>
                </a:cubicBezTo>
                <a:lnTo>
                  <a:pt x="83616" y="55744"/>
                </a:lnTo>
                <a:cubicBezTo>
                  <a:pt x="83616" y="75528"/>
                  <a:pt x="67565" y="91579"/>
                  <a:pt x="47781" y="91579"/>
                </a:cubicBezTo>
                <a:cubicBezTo>
                  <a:pt x="27996" y="91579"/>
                  <a:pt x="11945" y="75528"/>
                  <a:pt x="11945" y="55744"/>
                </a:cubicBezTo>
                <a:lnTo>
                  <a:pt x="11945" y="4579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3" name="Text 31"/>
          <p:cNvSpPr/>
          <p:nvPr/>
        </p:nvSpPr>
        <p:spPr>
          <a:xfrm>
            <a:off x="1802123" y="6459930"/>
            <a:ext cx="828196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Enabled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67833" y="6459930"/>
            <a:ext cx="254830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FPS: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32517" y="6428076"/>
            <a:ext cx="222976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9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48547" y="1309187"/>
            <a:ext cx="4521631" cy="2968764"/>
          </a:xfrm>
          <a:custGeom>
            <a:avLst/>
            <a:gdLst/>
            <a:ahLst/>
            <a:cxnLst/>
            <a:rect l="l" t="t" r="r" b="b"/>
            <a:pathLst>
              <a:path w="4521631" h="2968764">
                <a:moveTo>
                  <a:pt x="95565" y="0"/>
                </a:moveTo>
                <a:lnTo>
                  <a:pt x="4426067" y="0"/>
                </a:lnTo>
                <a:cubicBezTo>
                  <a:pt x="4478846" y="0"/>
                  <a:pt x="4521631" y="42786"/>
                  <a:pt x="4521631" y="95565"/>
                </a:cubicBezTo>
                <a:lnTo>
                  <a:pt x="4521631" y="2873199"/>
                </a:lnTo>
                <a:cubicBezTo>
                  <a:pt x="4521631" y="2925978"/>
                  <a:pt x="4478846" y="2968764"/>
                  <a:pt x="4426067" y="2968764"/>
                </a:cubicBezTo>
                <a:lnTo>
                  <a:pt x="95565" y="2968764"/>
                </a:lnTo>
                <a:cubicBezTo>
                  <a:pt x="42786" y="2968764"/>
                  <a:pt x="0" y="2925978"/>
                  <a:pt x="0" y="2873199"/>
                </a:cubicBezTo>
                <a:lnTo>
                  <a:pt x="0" y="95565"/>
                </a:lnTo>
                <a:cubicBezTo>
                  <a:pt x="0" y="42821"/>
                  <a:pt x="42821" y="0"/>
                  <a:pt x="95565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2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0818" y="1503497"/>
            <a:ext cx="119451" cy="159268"/>
          </a:xfrm>
          <a:custGeom>
            <a:avLst/>
            <a:gdLst/>
            <a:ahLst/>
            <a:cxnLst/>
            <a:rect l="l" t="t" r="r" b="b"/>
            <a:pathLst>
              <a:path w="119451" h="159268">
                <a:moveTo>
                  <a:pt x="4977" y="19909"/>
                </a:moveTo>
                <a:cubicBezTo>
                  <a:pt x="4977" y="8928"/>
                  <a:pt x="13905" y="0"/>
                  <a:pt x="24886" y="0"/>
                </a:cubicBezTo>
                <a:lnTo>
                  <a:pt x="94566" y="0"/>
                </a:lnTo>
                <a:cubicBezTo>
                  <a:pt x="105546" y="0"/>
                  <a:pt x="114474" y="8928"/>
                  <a:pt x="114474" y="19909"/>
                </a:cubicBezTo>
                <a:lnTo>
                  <a:pt x="114474" y="139360"/>
                </a:lnTo>
                <a:cubicBezTo>
                  <a:pt x="114474" y="150341"/>
                  <a:pt x="105546" y="159268"/>
                  <a:pt x="94566" y="159268"/>
                </a:cubicBezTo>
                <a:lnTo>
                  <a:pt x="24886" y="159268"/>
                </a:lnTo>
                <a:cubicBezTo>
                  <a:pt x="13905" y="159268"/>
                  <a:pt x="4977" y="150341"/>
                  <a:pt x="4977" y="139360"/>
                </a:cubicBezTo>
                <a:lnTo>
                  <a:pt x="4977" y="19909"/>
                </a:lnTo>
                <a:close/>
                <a:moveTo>
                  <a:pt x="24886" y="19909"/>
                </a:moveTo>
                <a:lnTo>
                  <a:pt x="24886" y="114474"/>
                </a:lnTo>
                <a:lnTo>
                  <a:pt x="94566" y="114474"/>
                </a:lnTo>
                <a:lnTo>
                  <a:pt x="94566" y="19909"/>
                </a:lnTo>
                <a:lnTo>
                  <a:pt x="24886" y="19909"/>
                </a:lnTo>
                <a:close/>
                <a:moveTo>
                  <a:pt x="59726" y="146826"/>
                </a:moveTo>
                <a:cubicBezTo>
                  <a:pt x="65232" y="146826"/>
                  <a:pt x="69680" y="142377"/>
                  <a:pt x="69680" y="136871"/>
                </a:cubicBezTo>
                <a:cubicBezTo>
                  <a:pt x="69680" y="131365"/>
                  <a:pt x="65232" y="126917"/>
                  <a:pt x="59726" y="126917"/>
                </a:cubicBezTo>
                <a:cubicBezTo>
                  <a:pt x="54220" y="126917"/>
                  <a:pt x="49771" y="131365"/>
                  <a:pt x="49771" y="136871"/>
                </a:cubicBezTo>
                <a:cubicBezTo>
                  <a:pt x="49771" y="142377"/>
                  <a:pt x="54220" y="146826"/>
                  <a:pt x="59726" y="146826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8" name="Text 36"/>
          <p:cNvSpPr/>
          <p:nvPr/>
        </p:nvSpPr>
        <p:spPr>
          <a:xfrm>
            <a:off x="7710086" y="1471643"/>
            <a:ext cx="4077272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Responsive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11001" y="1822033"/>
            <a:ext cx="4196724" cy="2038636"/>
          </a:xfrm>
          <a:custGeom>
            <a:avLst/>
            <a:gdLst/>
            <a:ahLst/>
            <a:cxnLst/>
            <a:rect l="l" t="t" r="r" b="b"/>
            <a:pathLst>
              <a:path w="4196724" h="2038636">
                <a:moveTo>
                  <a:pt x="63707" y="0"/>
                </a:moveTo>
                <a:lnTo>
                  <a:pt x="4133016" y="0"/>
                </a:lnTo>
                <a:cubicBezTo>
                  <a:pt x="4168201" y="0"/>
                  <a:pt x="4196724" y="28523"/>
                  <a:pt x="4196724" y="63707"/>
                </a:cubicBezTo>
                <a:lnTo>
                  <a:pt x="4196724" y="1974929"/>
                </a:lnTo>
                <a:cubicBezTo>
                  <a:pt x="4196724" y="2010113"/>
                  <a:pt x="4168201" y="2038636"/>
                  <a:pt x="4133016" y="2038636"/>
                </a:cubicBezTo>
                <a:lnTo>
                  <a:pt x="63707" y="2038636"/>
                </a:lnTo>
                <a:cubicBezTo>
                  <a:pt x="28523" y="2038636"/>
                  <a:pt x="0" y="2010113"/>
                  <a:pt x="0" y="1974929"/>
                </a:cubicBezTo>
                <a:lnTo>
                  <a:pt x="0" y="63707"/>
                </a:lnTo>
                <a:cubicBezTo>
                  <a:pt x="0" y="28546"/>
                  <a:pt x="28546" y="0"/>
                  <a:pt x="63707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114237" y="1965375"/>
            <a:ext cx="987464" cy="1751953"/>
          </a:xfrm>
          <a:custGeom>
            <a:avLst/>
            <a:gdLst/>
            <a:ahLst/>
            <a:cxnLst/>
            <a:rect l="l" t="t" r="r" b="b"/>
            <a:pathLst>
              <a:path w="987464" h="1751953">
                <a:moveTo>
                  <a:pt x="127413" y="0"/>
                </a:moveTo>
                <a:lnTo>
                  <a:pt x="860052" y="0"/>
                </a:lnTo>
                <a:cubicBezTo>
                  <a:pt x="930420" y="0"/>
                  <a:pt x="987464" y="57045"/>
                  <a:pt x="987464" y="127413"/>
                </a:cubicBezTo>
                <a:lnTo>
                  <a:pt x="987464" y="1624540"/>
                </a:lnTo>
                <a:cubicBezTo>
                  <a:pt x="987464" y="1694908"/>
                  <a:pt x="930420" y="1751953"/>
                  <a:pt x="860052" y="1751953"/>
                </a:cubicBezTo>
                <a:lnTo>
                  <a:pt x="127413" y="1751953"/>
                </a:lnTo>
                <a:cubicBezTo>
                  <a:pt x="57045" y="1751953"/>
                  <a:pt x="0" y="1694908"/>
                  <a:pt x="0" y="1624540"/>
                </a:cubicBezTo>
                <a:lnTo>
                  <a:pt x="0" y="127413"/>
                </a:lnTo>
                <a:cubicBezTo>
                  <a:pt x="0" y="57045"/>
                  <a:pt x="57045" y="0"/>
                  <a:pt x="127413" y="0"/>
                </a:cubicBezTo>
                <a:close/>
              </a:path>
            </a:pathLst>
          </a:custGeom>
          <a:solidFill>
            <a:srgbClr val="333333"/>
          </a:solidFill>
          <a:ln w="50800">
            <a:solidFill>
              <a:srgbClr val="224C87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3872" y="2045009"/>
            <a:ext cx="828196" cy="1497123"/>
          </a:xfrm>
          <a:custGeom>
            <a:avLst/>
            <a:gdLst/>
            <a:ahLst/>
            <a:cxnLst/>
            <a:rect l="l" t="t" r="r" b="b"/>
            <a:pathLst>
              <a:path w="828196" h="1497123">
                <a:moveTo>
                  <a:pt x="63705" y="0"/>
                </a:moveTo>
                <a:lnTo>
                  <a:pt x="764491" y="0"/>
                </a:lnTo>
                <a:cubicBezTo>
                  <a:pt x="799651" y="0"/>
                  <a:pt x="828196" y="28545"/>
                  <a:pt x="828196" y="63705"/>
                </a:cubicBezTo>
                <a:lnTo>
                  <a:pt x="828196" y="1433419"/>
                </a:lnTo>
                <a:cubicBezTo>
                  <a:pt x="828196" y="1468602"/>
                  <a:pt x="799674" y="1497123"/>
                  <a:pt x="764491" y="1497123"/>
                </a:cubicBezTo>
                <a:lnTo>
                  <a:pt x="63705" y="1497123"/>
                </a:lnTo>
                <a:cubicBezTo>
                  <a:pt x="28522" y="1497123"/>
                  <a:pt x="0" y="1468602"/>
                  <a:pt x="0" y="1433419"/>
                </a:cubicBezTo>
                <a:lnTo>
                  <a:pt x="0" y="63705"/>
                </a:lnTo>
                <a:cubicBezTo>
                  <a:pt x="0" y="28545"/>
                  <a:pt x="28545" y="0"/>
                  <a:pt x="63705" y="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9464628" y="2650229"/>
            <a:ext cx="286683" cy="286683"/>
          </a:xfrm>
          <a:custGeom>
            <a:avLst/>
            <a:gdLst/>
            <a:ahLst/>
            <a:cxnLst/>
            <a:rect l="l" t="t" r="r" b="b"/>
            <a:pathLst>
              <a:path w="286683" h="286683">
                <a:moveTo>
                  <a:pt x="161259" y="17918"/>
                </a:moveTo>
                <a:cubicBezTo>
                  <a:pt x="161259" y="8007"/>
                  <a:pt x="153252" y="0"/>
                  <a:pt x="143342" y="0"/>
                </a:cubicBezTo>
                <a:cubicBezTo>
                  <a:pt x="133431" y="0"/>
                  <a:pt x="125424" y="8007"/>
                  <a:pt x="125424" y="17918"/>
                </a:cubicBezTo>
                <a:lnTo>
                  <a:pt x="125424" y="134383"/>
                </a:lnTo>
                <a:cubicBezTo>
                  <a:pt x="125424" y="139310"/>
                  <a:pt x="121392" y="143342"/>
                  <a:pt x="116465" y="143342"/>
                </a:cubicBezTo>
                <a:cubicBezTo>
                  <a:pt x="111538" y="143342"/>
                  <a:pt x="107506" y="139310"/>
                  <a:pt x="107506" y="134383"/>
                </a:cubicBezTo>
                <a:lnTo>
                  <a:pt x="107506" y="35835"/>
                </a:lnTo>
                <a:cubicBezTo>
                  <a:pt x="107506" y="25925"/>
                  <a:pt x="99499" y="17918"/>
                  <a:pt x="89589" y="17918"/>
                </a:cubicBezTo>
                <a:cubicBezTo>
                  <a:pt x="79678" y="17918"/>
                  <a:pt x="71671" y="25925"/>
                  <a:pt x="71671" y="35835"/>
                </a:cubicBezTo>
                <a:lnTo>
                  <a:pt x="71671" y="188136"/>
                </a:lnTo>
                <a:cubicBezTo>
                  <a:pt x="71671" y="188976"/>
                  <a:pt x="71671" y="189872"/>
                  <a:pt x="71727" y="190712"/>
                </a:cubicBezTo>
                <a:lnTo>
                  <a:pt x="37851" y="158460"/>
                </a:lnTo>
                <a:cubicBezTo>
                  <a:pt x="28892" y="149949"/>
                  <a:pt x="14726" y="150285"/>
                  <a:pt x="6159" y="159244"/>
                </a:cubicBezTo>
                <a:cubicBezTo>
                  <a:pt x="-2408" y="168202"/>
                  <a:pt x="-2016" y="182369"/>
                  <a:pt x="6943" y="190935"/>
                </a:cubicBezTo>
                <a:lnTo>
                  <a:pt x="69879" y="250848"/>
                </a:lnTo>
                <a:cubicBezTo>
                  <a:pt x="94012" y="273861"/>
                  <a:pt x="126096" y="286683"/>
                  <a:pt x="159468" y="286683"/>
                </a:cubicBezTo>
                <a:lnTo>
                  <a:pt x="170218" y="286683"/>
                </a:lnTo>
                <a:cubicBezTo>
                  <a:pt x="224643" y="286683"/>
                  <a:pt x="268766" y="242561"/>
                  <a:pt x="268766" y="188136"/>
                </a:cubicBezTo>
                <a:lnTo>
                  <a:pt x="268766" y="71671"/>
                </a:lnTo>
                <a:cubicBezTo>
                  <a:pt x="268766" y="61760"/>
                  <a:pt x="260759" y="53753"/>
                  <a:pt x="250848" y="53753"/>
                </a:cubicBezTo>
                <a:cubicBezTo>
                  <a:pt x="240937" y="53753"/>
                  <a:pt x="232930" y="61760"/>
                  <a:pt x="232930" y="71671"/>
                </a:cubicBezTo>
                <a:lnTo>
                  <a:pt x="232930" y="134383"/>
                </a:lnTo>
                <a:cubicBezTo>
                  <a:pt x="232930" y="139310"/>
                  <a:pt x="228899" y="143342"/>
                  <a:pt x="223971" y="143342"/>
                </a:cubicBezTo>
                <a:cubicBezTo>
                  <a:pt x="219044" y="143342"/>
                  <a:pt x="215012" y="139310"/>
                  <a:pt x="215012" y="134383"/>
                </a:cubicBezTo>
                <a:lnTo>
                  <a:pt x="215012" y="35835"/>
                </a:lnTo>
                <a:cubicBezTo>
                  <a:pt x="215012" y="25925"/>
                  <a:pt x="207005" y="17918"/>
                  <a:pt x="197095" y="17918"/>
                </a:cubicBezTo>
                <a:cubicBezTo>
                  <a:pt x="187184" y="17918"/>
                  <a:pt x="179177" y="25925"/>
                  <a:pt x="179177" y="35835"/>
                </a:cubicBezTo>
                <a:lnTo>
                  <a:pt x="179177" y="134383"/>
                </a:lnTo>
                <a:cubicBezTo>
                  <a:pt x="179177" y="139310"/>
                  <a:pt x="175146" y="143342"/>
                  <a:pt x="170218" y="143342"/>
                </a:cubicBezTo>
                <a:cubicBezTo>
                  <a:pt x="165291" y="143342"/>
                  <a:pt x="161259" y="139310"/>
                  <a:pt x="161259" y="134383"/>
                </a:cubicBezTo>
                <a:lnTo>
                  <a:pt x="161259" y="17918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43" name="Shape 41"/>
          <p:cNvSpPr/>
          <p:nvPr/>
        </p:nvSpPr>
        <p:spPr>
          <a:xfrm>
            <a:off x="9416847" y="3605840"/>
            <a:ext cx="382244" cy="31854"/>
          </a:xfrm>
          <a:custGeom>
            <a:avLst/>
            <a:gdLst/>
            <a:ahLst/>
            <a:cxnLst/>
            <a:rect l="l" t="t" r="r" b="b"/>
            <a:pathLst>
              <a:path w="382244" h="31854">
                <a:moveTo>
                  <a:pt x="15927" y="0"/>
                </a:moveTo>
                <a:lnTo>
                  <a:pt x="366317" y="0"/>
                </a:lnTo>
                <a:cubicBezTo>
                  <a:pt x="375114" y="0"/>
                  <a:pt x="382244" y="7131"/>
                  <a:pt x="382244" y="15927"/>
                </a:cubicBezTo>
                <a:lnTo>
                  <a:pt x="382244" y="15927"/>
                </a:lnTo>
                <a:cubicBezTo>
                  <a:pt x="382244" y="24723"/>
                  <a:pt x="375114" y="31854"/>
                  <a:pt x="366317" y="31854"/>
                </a:cubicBezTo>
                <a:lnTo>
                  <a:pt x="15927" y="31854"/>
                </a:lnTo>
                <a:cubicBezTo>
                  <a:pt x="7137" y="31854"/>
                  <a:pt x="0" y="24717"/>
                  <a:pt x="0" y="15927"/>
                </a:cubicBezTo>
                <a:lnTo>
                  <a:pt x="0" y="15927"/>
                </a:lnTo>
                <a:cubicBezTo>
                  <a:pt x="0" y="7137"/>
                  <a:pt x="7137" y="0"/>
                  <a:pt x="15927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44" name="Text 42"/>
          <p:cNvSpPr/>
          <p:nvPr/>
        </p:nvSpPr>
        <p:spPr>
          <a:xfrm>
            <a:off x="7483129" y="3956231"/>
            <a:ext cx="4252468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seamlessly on smartphones and tablets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48547" y="4411737"/>
            <a:ext cx="4521631" cy="1694616"/>
          </a:xfrm>
          <a:custGeom>
            <a:avLst/>
            <a:gdLst/>
            <a:ahLst/>
            <a:cxnLst/>
            <a:rect l="l" t="t" r="r" b="b"/>
            <a:pathLst>
              <a:path w="4521631" h="1694616">
                <a:moveTo>
                  <a:pt x="95559" y="0"/>
                </a:moveTo>
                <a:lnTo>
                  <a:pt x="4426072" y="0"/>
                </a:lnTo>
                <a:cubicBezTo>
                  <a:pt x="4478848" y="0"/>
                  <a:pt x="4521631" y="42783"/>
                  <a:pt x="4521631" y="95559"/>
                </a:cubicBezTo>
                <a:lnTo>
                  <a:pt x="4521631" y="1599057"/>
                </a:lnTo>
                <a:cubicBezTo>
                  <a:pt x="4521631" y="1651833"/>
                  <a:pt x="4478848" y="1694616"/>
                  <a:pt x="4426072" y="1694616"/>
                </a:cubicBezTo>
                <a:lnTo>
                  <a:pt x="95559" y="1694616"/>
                </a:lnTo>
                <a:cubicBezTo>
                  <a:pt x="42783" y="1694616"/>
                  <a:pt x="0" y="1651833"/>
                  <a:pt x="0" y="1599057"/>
                </a:cubicBezTo>
                <a:lnTo>
                  <a:pt x="0" y="95559"/>
                </a:lnTo>
                <a:cubicBezTo>
                  <a:pt x="0" y="42819"/>
                  <a:pt x="42819" y="0"/>
                  <a:pt x="95559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2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20955" y="4606043"/>
            <a:ext cx="179177" cy="159268"/>
          </a:xfrm>
          <a:custGeom>
            <a:avLst/>
            <a:gdLst/>
            <a:ahLst/>
            <a:cxnLst/>
            <a:rect l="l" t="t" r="r" b="b"/>
            <a:pathLst>
              <a:path w="179177" h="159268">
                <a:moveTo>
                  <a:pt x="19909" y="19909"/>
                </a:moveTo>
                <a:cubicBezTo>
                  <a:pt x="8928" y="19909"/>
                  <a:pt x="0" y="28836"/>
                  <a:pt x="0" y="39817"/>
                </a:cubicBezTo>
                <a:lnTo>
                  <a:pt x="0" y="119451"/>
                </a:lnTo>
                <a:cubicBezTo>
                  <a:pt x="0" y="130432"/>
                  <a:pt x="8928" y="139360"/>
                  <a:pt x="19909" y="139360"/>
                </a:cubicBezTo>
                <a:lnTo>
                  <a:pt x="159268" y="139360"/>
                </a:lnTo>
                <a:cubicBezTo>
                  <a:pt x="170249" y="139360"/>
                  <a:pt x="179177" y="130432"/>
                  <a:pt x="179177" y="119451"/>
                </a:cubicBezTo>
                <a:lnTo>
                  <a:pt x="179177" y="39817"/>
                </a:lnTo>
                <a:cubicBezTo>
                  <a:pt x="179177" y="28836"/>
                  <a:pt x="170249" y="19909"/>
                  <a:pt x="159268" y="19909"/>
                </a:cubicBezTo>
                <a:lnTo>
                  <a:pt x="19909" y="19909"/>
                </a:lnTo>
                <a:close/>
                <a:moveTo>
                  <a:pt x="24886" y="39817"/>
                </a:moveTo>
                <a:lnTo>
                  <a:pt x="34840" y="39817"/>
                </a:lnTo>
                <a:cubicBezTo>
                  <a:pt x="37577" y="39817"/>
                  <a:pt x="39817" y="42057"/>
                  <a:pt x="39817" y="44794"/>
                </a:cubicBezTo>
                <a:lnTo>
                  <a:pt x="39817" y="54749"/>
                </a:lnTo>
                <a:cubicBezTo>
                  <a:pt x="39817" y="57486"/>
                  <a:pt x="37577" y="59726"/>
                  <a:pt x="34840" y="59726"/>
                </a:cubicBezTo>
                <a:lnTo>
                  <a:pt x="24886" y="59726"/>
                </a:lnTo>
                <a:cubicBezTo>
                  <a:pt x="22148" y="59726"/>
                  <a:pt x="19909" y="57486"/>
                  <a:pt x="19909" y="54749"/>
                </a:cubicBezTo>
                <a:lnTo>
                  <a:pt x="19909" y="44794"/>
                </a:lnTo>
                <a:cubicBezTo>
                  <a:pt x="19909" y="42057"/>
                  <a:pt x="22148" y="39817"/>
                  <a:pt x="24886" y="39817"/>
                </a:cubicBezTo>
                <a:close/>
                <a:moveTo>
                  <a:pt x="19909" y="74657"/>
                </a:moveTo>
                <a:cubicBezTo>
                  <a:pt x="19909" y="71920"/>
                  <a:pt x="22148" y="69680"/>
                  <a:pt x="24886" y="69680"/>
                </a:cubicBezTo>
                <a:lnTo>
                  <a:pt x="34840" y="69680"/>
                </a:lnTo>
                <a:cubicBezTo>
                  <a:pt x="37577" y="69680"/>
                  <a:pt x="39817" y="71920"/>
                  <a:pt x="39817" y="74657"/>
                </a:cubicBezTo>
                <a:lnTo>
                  <a:pt x="39817" y="84611"/>
                </a:lnTo>
                <a:cubicBezTo>
                  <a:pt x="39817" y="87349"/>
                  <a:pt x="37577" y="89589"/>
                  <a:pt x="34840" y="89589"/>
                </a:cubicBezTo>
                <a:lnTo>
                  <a:pt x="24886" y="89589"/>
                </a:lnTo>
                <a:cubicBezTo>
                  <a:pt x="22148" y="89589"/>
                  <a:pt x="19909" y="87349"/>
                  <a:pt x="19909" y="84611"/>
                </a:cubicBezTo>
                <a:lnTo>
                  <a:pt x="19909" y="74657"/>
                </a:lnTo>
                <a:close/>
                <a:moveTo>
                  <a:pt x="54749" y="39817"/>
                </a:moveTo>
                <a:lnTo>
                  <a:pt x="64703" y="39817"/>
                </a:lnTo>
                <a:cubicBezTo>
                  <a:pt x="67440" y="39817"/>
                  <a:pt x="69680" y="42057"/>
                  <a:pt x="69680" y="44794"/>
                </a:cubicBezTo>
                <a:lnTo>
                  <a:pt x="69680" y="54749"/>
                </a:lnTo>
                <a:cubicBezTo>
                  <a:pt x="69680" y="57486"/>
                  <a:pt x="67440" y="59726"/>
                  <a:pt x="64703" y="59726"/>
                </a:cubicBezTo>
                <a:lnTo>
                  <a:pt x="54749" y="59726"/>
                </a:lnTo>
                <a:cubicBezTo>
                  <a:pt x="52011" y="59726"/>
                  <a:pt x="49771" y="57486"/>
                  <a:pt x="49771" y="54749"/>
                </a:cubicBezTo>
                <a:lnTo>
                  <a:pt x="49771" y="44794"/>
                </a:lnTo>
                <a:cubicBezTo>
                  <a:pt x="49771" y="42057"/>
                  <a:pt x="52011" y="39817"/>
                  <a:pt x="54749" y="39817"/>
                </a:cubicBezTo>
                <a:close/>
                <a:moveTo>
                  <a:pt x="49771" y="74657"/>
                </a:moveTo>
                <a:cubicBezTo>
                  <a:pt x="49771" y="71920"/>
                  <a:pt x="52011" y="69680"/>
                  <a:pt x="54749" y="69680"/>
                </a:cubicBezTo>
                <a:lnTo>
                  <a:pt x="64703" y="69680"/>
                </a:lnTo>
                <a:cubicBezTo>
                  <a:pt x="67440" y="69680"/>
                  <a:pt x="69680" y="71920"/>
                  <a:pt x="69680" y="74657"/>
                </a:cubicBezTo>
                <a:lnTo>
                  <a:pt x="69680" y="84611"/>
                </a:lnTo>
                <a:cubicBezTo>
                  <a:pt x="69680" y="87349"/>
                  <a:pt x="67440" y="89589"/>
                  <a:pt x="64703" y="89589"/>
                </a:cubicBezTo>
                <a:lnTo>
                  <a:pt x="54749" y="89589"/>
                </a:lnTo>
                <a:cubicBezTo>
                  <a:pt x="52011" y="89589"/>
                  <a:pt x="49771" y="87349"/>
                  <a:pt x="49771" y="84611"/>
                </a:cubicBezTo>
                <a:lnTo>
                  <a:pt x="49771" y="74657"/>
                </a:lnTo>
                <a:close/>
                <a:moveTo>
                  <a:pt x="54749" y="99543"/>
                </a:moveTo>
                <a:lnTo>
                  <a:pt x="124428" y="99543"/>
                </a:lnTo>
                <a:cubicBezTo>
                  <a:pt x="127166" y="99543"/>
                  <a:pt x="129406" y="101782"/>
                  <a:pt x="129406" y="104520"/>
                </a:cubicBezTo>
                <a:lnTo>
                  <a:pt x="129406" y="114474"/>
                </a:lnTo>
                <a:cubicBezTo>
                  <a:pt x="129406" y="117212"/>
                  <a:pt x="127166" y="119451"/>
                  <a:pt x="124428" y="119451"/>
                </a:cubicBezTo>
                <a:lnTo>
                  <a:pt x="54749" y="119451"/>
                </a:lnTo>
                <a:cubicBezTo>
                  <a:pt x="52011" y="119451"/>
                  <a:pt x="49771" y="117212"/>
                  <a:pt x="49771" y="114474"/>
                </a:cubicBezTo>
                <a:lnTo>
                  <a:pt x="49771" y="104520"/>
                </a:lnTo>
                <a:cubicBezTo>
                  <a:pt x="49771" y="101782"/>
                  <a:pt x="52011" y="99543"/>
                  <a:pt x="54749" y="99543"/>
                </a:cubicBezTo>
                <a:close/>
                <a:moveTo>
                  <a:pt x="79634" y="44794"/>
                </a:moveTo>
                <a:cubicBezTo>
                  <a:pt x="79634" y="42057"/>
                  <a:pt x="81874" y="39817"/>
                  <a:pt x="84611" y="39817"/>
                </a:cubicBezTo>
                <a:lnTo>
                  <a:pt x="94566" y="39817"/>
                </a:lnTo>
                <a:cubicBezTo>
                  <a:pt x="97303" y="39817"/>
                  <a:pt x="99543" y="42057"/>
                  <a:pt x="99543" y="44794"/>
                </a:cubicBezTo>
                <a:lnTo>
                  <a:pt x="99543" y="54749"/>
                </a:lnTo>
                <a:cubicBezTo>
                  <a:pt x="99543" y="57486"/>
                  <a:pt x="97303" y="59726"/>
                  <a:pt x="94566" y="59726"/>
                </a:cubicBezTo>
                <a:lnTo>
                  <a:pt x="84611" y="59726"/>
                </a:lnTo>
                <a:cubicBezTo>
                  <a:pt x="81874" y="59726"/>
                  <a:pt x="79634" y="57486"/>
                  <a:pt x="79634" y="54749"/>
                </a:cubicBezTo>
                <a:lnTo>
                  <a:pt x="79634" y="44794"/>
                </a:lnTo>
                <a:close/>
                <a:moveTo>
                  <a:pt x="84611" y="69680"/>
                </a:moveTo>
                <a:lnTo>
                  <a:pt x="94566" y="69680"/>
                </a:lnTo>
                <a:cubicBezTo>
                  <a:pt x="97303" y="69680"/>
                  <a:pt x="99543" y="71920"/>
                  <a:pt x="99543" y="74657"/>
                </a:cubicBezTo>
                <a:lnTo>
                  <a:pt x="99543" y="84611"/>
                </a:lnTo>
                <a:cubicBezTo>
                  <a:pt x="99543" y="87349"/>
                  <a:pt x="97303" y="89589"/>
                  <a:pt x="94566" y="89589"/>
                </a:cubicBezTo>
                <a:lnTo>
                  <a:pt x="84611" y="89589"/>
                </a:lnTo>
                <a:cubicBezTo>
                  <a:pt x="81874" y="89589"/>
                  <a:pt x="79634" y="87349"/>
                  <a:pt x="79634" y="84611"/>
                </a:cubicBezTo>
                <a:lnTo>
                  <a:pt x="79634" y="74657"/>
                </a:lnTo>
                <a:cubicBezTo>
                  <a:pt x="79634" y="71920"/>
                  <a:pt x="81874" y="69680"/>
                  <a:pt x="84611" y="69680"/>
                </a:cubicBezTo>
                <a:close/>
                <a:moveTo>
                  <a:pt x="109497" y="44794"/>
                </a:moveTo>
                <a:cubicBezTo>
                  <a:pt x="109497" y="42057"/>
                  <a:pt x="111737" y="39817"/>
                  <a:pt x="114474" y="39817"/>
                </a:cubicBezTo>
                <a:lnTo>
                  <a:pt x="124428" y="39817"/>
                </a:lnTo>
                <a:cubicBezTo>
                  <a:pt x="127166" y="39817"/>
                  <a:pt x="129406" y="42057"/>
                  <a:pt x="129406" y="44794"/>
                </a:cubicBezTo>
                <a:lnTo>
                  <a:pt x="129406" y="54749"/>
                </a:lnTo>
                <a:cubicBezTo>
                  <a:pt x="129406" y="57486"/>
                  <a:pt x="127166" y="59726"/>
                  <a:pt x="124428" y="59726"/>
                </a:cubicBezTo>
                <a:lnTo>
                  <a:pt x="114474" y="59726"/>
                </a:lnTo>
                <a:cubicBezTo>
                  <a:pt x="111737" y="59726"/>
                  <a:pt x="109497" y="57486"/>
                  <a:pt x="109497" y="54749"/>
                </a:cubicBezTo>
                <a:lnTo>
                  <a:pt x="109497" y="44794"/>
                </a:lnTo>
                <a:close/>
                <a:moveTo>
                  <a:pt x="114474" y="69680"/>
                </a:moveTo>
                <a:lnTo>
                  <a:pt x="124428" y="69680"/>
                </a:lnTo>
                <a:cubicBezTo>
                  <a:pt x="127166" y="69680"/>
                  <a:pt x="129406" y="71920"/>
                  <a:pt x="129406" y="74657"/>
                </a:cubicBezTo>
                <a:lnTo>
                  <a:pt x="129406" y="84611"/>
                </a:lnTo>
                <a:cubicBezTo>
                  <a:pt x="129406" y="87349"/>
                  <a:pt x="127166" y="89589"/>
                  <a:pt x="124428" y="89589"/>
                </a:cubicBezTo>
                <a:lnTo>
                  <a:pt x="114474" y="89589"/>
                </a:lnTo>
                <a:cubicBezTo>
                  <a:pt x="111737" y="89589"/>
                  <a:pt x="109497" y="87349"/>
                  <a:pt x="109497" y="84611"/>
                </a:cubicBezTo>
                <a:lnTo>
                  <a:pt x="109497" y="74657"/>
                </a:lnTo>
                <a:cubicBezTo>
                  <a:pt x="109497" y="71920"/>
                  <a:pt x="111737" y="69680"/>
                  <a:pt x="114474" y="69680"/>
                </a:cubicBezTo>
                <a:close/>
                <a:moveTo>
                  <a:pt x="139360" y="44794"/>
                </a:moveTo>
                <a:cubicBezTo>
                  <a:pt x="139360" y="42057"/>
                  <a:pt x="141600" y="39817"/>
                  <a:pt x="144337" y="39817"/>
                </a:cubicBezTo>
                <a:lnTo>
                  <a:pt x="154291" y="39817"/>
                </a:lnTo>
                <a:cubicBezTo>
                  <a:pt x="157029" y="39817"/>
                  <a:pt x="159268" y="42057"/>
                  <a:pt x="159268" y="44794"/>
                </a:cubicBezTo>
                <a:lnTo>
                  <a:pt x="159268" y="54749"/>
                </a:lnTo>
                <a:cubicBezTo>
                  <a:pt x="159268" y="57486"/>
                  <a:pt x="157029" y="59726"/>
                  <a:pt x="154291" y="59726"/>
                </a:cubicBezTo>
                <a:lnTo>
                  <a:pt x="144337" y="59726"/>
                </a:lnTo>
                <a:cubicBezTo>
                  <a:pt x="141600" y="59726"/>
                  <a:pt x="139360" y="57486"/>
                  <a:pt x="139360" y="54749"/>
                </a:cubicBezTo>
                <a:lnTo>
                  <a:pt x="139360" y="44794"/>
                </a:lnTo>
                <a:close/>
                <a:moveTo>
                  <a:pt x="144337" y="69680"/>
                </a:moveTo>
                <a:lnTo>
                  <a:pt x="154291" y="69680"/>
                </a:lnTo>
                <a:cubicBezTo>
                  <a:pt x="157029" y="69680"/>
                  <a:pt x="159268" y="71920"/>
                  <a:pt x="159268" y="74657"/>
                </a:cubicBezTo>
                <a:lnTo>
                  <a:pt x="159268" y="84611"/>
                </a:lnTo>
                <a:cubicBezTo>
                  <a:pt x="159268" y="87349"/>
                  <a:pt x="157029" y="89589"/>
                  <a:pt x="154291" y="89589"/>
                </a:cubicBezTo>
                <a:lnTo>
                  <a:pt x="144337" y="89589"/>
                </a:lnTo>
                <a:cubicBezTo>
                  <a:pt x="141600" y="89589"/>
                  <a:pt x="139360" y="87349"/>
                  <a:pt x="139360" y="84611"/>
                </a:cubicBezTo>
                <a:lnTo>
                  <a:pt x="139360" y="74657"/>
                </a:lnTo>
                <a:cubicBezTo>
                  <a:pt x="139360" y="71920"/>
                  <a:pt x="141600" y="69680"/>
                  <a:pt x="144337" y="69680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47" name="Text 45"/>
          <p:cNvSpPr/>
          <p:nvPr/>
        </p:nvSpPr>
        <p:spPr>
          <a:xfrm>
            <a:off x="7710086" y="4574189"/>
            <a:ext cx="4077272" cy="22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3895" y="4916616"/>
            <a:ext cx="97552" cy="111488"/>
          </a:xfrm>
          <a:custGeom>
            <a:avLst/>
            <a:gdLst/>
            <a:ahLst/>
            <a:cxnLst/>
            <a:rect l="l" t="t" r="r" b="b"/>
            <a:pathLst>
              <a:path w="97552" h="111488">
                <a:moveTo>
                  <a:pt x="94678" y="15264"/>
                </a:moveTo>
                <a:cubicBezTo>
                  <a:pt x="97791" y="17529"/>
                  <a:pt x="98488" y="21884"/>
                  <a:pt x="96224" y="24998"/>
                </a:cubicBezTo>
                <a:lnTo>
                  <a:pt x="40480" y="101646"/>
                </a:lnTo>
                <a:cubicBezTo>
                  <a:pt x="39282" y="103301"/>
                  <a:pt x="37431" y="104324"/>
                  <a:pt x="35384" y="104498"/>
                </a:cubicBezTo>
                <a:cubicBezTo>
                  <a:pt x="33338" y="104672"/>
                  <a:pt x="31356" y="103910"/>
                  <a:pt x="29919" y="102473"/>
                </a:cubicBezTo>
                <a:lnTo>
                  <a:pt x="2047" y="74601"/>
                </a:lnTo>
                <a:cubicBezTo>
                  <a:pt x="-675" y="71879"/>
                  <a:pt x="-675" y="67459"/>
                  <a:pt x="2047" y="64737"/>
                </a:cubicBezTo>
                <a:cubicBezTo>
                  <a:pt x="4769" y="62015"/>
                  <a:pt x="9189" y="62015"/>
                  <a:pt x="11911" y="64737"/>
                </a:cubicBezTo>
                <a:lnTo>
                  <a:pt x="34013" y="86839"/>
                </a:lnTo>
                <a:lnTo>
                  <a:pt x="84966" y="16789"/>
                </a:lnTo>
                <a:cubicBezTo>
                  <a:pt x="87231" y="13675"/>
                  <a:pt x="91586" y="12978"/>
                  <a:pt x="94699" y="15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49" name="Text 47"/>
          <p:cNvSpPr/>
          <p:nvPr/>
        </p:nvSpPr>
        <p:spPr>
          <a:xfrm>
            <a:off x="7714068" y="4892726"/>
            <a:ext cx="103524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mode interface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33895" y="5139592"/>
            <a:ext cx="97552" cy="111488"/>
          </a:xfrm>
          <a:custGeom>
            <a:avLst/>
            <a:gdLst/>
            <a:ahLst/>
            <a:cxnLst/>
            <a:rect l="l" t="t" r="r" b="b"/>
            <a:pathLst>
              <a:path w="97552" h="111488">
                <a:moveTo>
                  <a:pt x="94678" y="15264"/>
                </a:moveTo>
                <a:cubicBezTo>
                  <a:pt x="97791" y="17529"/>
                  <a:pt x="98488" y="21884"/>
                  <a:pt x="96224" y="24998"/>
                </a:cubicBezTo>
                <a:lnTo>
                  <a:pt x="40480" y="101646"/>
                </a:lnTo>
                <a:cubicBezTo>
                  <a:pt x="39282" y="103301"/>
                  <a:pt x="37431" y="104324"/>
                  <a:pt x="35384" y="104498"/>
                </a:cubicBezTo>
                <a:cubicBezTo>
                  <a:pt x="33338" y="104672"/>
                  <a:pt x="31356" y="103910"/>
                  <a:pt x="29919" y="102473"/>
                </a:cubicBezTo>
                <a:lnTo>
                  <a:pt x="2047" y="74601"/>
                </a:lnTo>
                <a:cubicBezTo>
                  <a:pt x="-675" y="71879"/>
                  <a:pt x="-675" y="67459"/>
                  <a:pt x="2047" y="64737"/>
                </a:cubicBezTo>
                <a:cubicBezTo>
                  <a:pt x="4769" y="62015"/>
                  <a:pt x="9189" y="62015"/>
                  <a:pt x="11911" y="64737"/>
                </a:cubicBezTo>
                <a:lnTo>
                  <a:pt x="34013" y="86839"/>
                </a:lnTo>
                <a:lnTo>
                  <a:pt x="84966" y="16789"/>
                </a:lnTo>
                <a:cubicBezTo>
                  <a:pt x="87231" y="13675"/>
                  <a:pt x="91586" y="12978"/>
                  <a:pt x="94699" y="15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1" name="Text 49"/>
          <p:cNvSpPr/>
          <p:nvPr/>
        </p:nvSpPr>
        <p:spPr>
          <a:xfrm>
            <a:off x="7714068" y="5115702"/>
            <a:ext cx="108302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AR overlay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33895" y="5362568"/>
            <a:ext cx="97552" cy="111488"/>
          </a:xfrm>
          <a:custGeom>
            <a:avLst/>
            <a:gdLst/>
            <a:ahLst/>
            <a:cxnLst/>
            <a:rect l="l" t="t" r="r" b="b"/>
            <a:pathLst>
              <a:path w="97552" h="111488">
                <a:moveTo>
                  <a:pt x="94678" y="15264"/>
                </a:moveTo>
                <a:cubicBezTo>
                  <a:pt x="97791" y="17529"/>
                  <a:pt x="98488" y="21884"/>
                  <a:pt x="96224" y="24998"/>
                </a:cubicBezTo>
                <a:lnTo>
                  <a:pt x="40480" y="101646"/>
                </a:lnTo>
                <a:cubicBezTo>
                  <a:pt x="39282" y="103301"/>
                  <a:pt x="37431" y="104324"/>
                  <a:pt x="35384" y="104498"/>
                </a:cubicBezTo>
                <a:cubicBezTo>
                  <a:pt x="33338" y="104672"/>
                  <a:pt x="31356" y="103910"/>
                  <a:pt x="29919" y="102473"/>
                </a:cubicBezTo>
                <a:lnTo>
                  <a:pt x="2047" y="74601"/>
                </a:lnTo>
                <a:cubicBezTo>
                  <a:pt x="-675" y="71879"/>
                  <a:pt x="-675" y="67459"/>
                  <a:pt x="2047" y="64737"/>
                </a:cubicBezTo>
                <a:cubicBezTo>
                  <a:pt x="4769" y="62015"/>
                  <a:pt x="9189" y="62015"/>
                  <a:pt x="11911" y="64737"/>
                </a:cubicBezTo>
                <a:lnTo>
                  <a:pt x="34013" y="86839"/>
                </a:lnTo>
                <a:lnTo>
                  <a:pt x="84966" y="16789"/>
                </a:lnTo>
                <a:cubicBezTo>
                  <a:pt x="87231" y="13675"/>
                  <a:pt x="91586" y="12978"/>
                  <a:pt x="94699" y="15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3" name="Text 51"/>
          <p:cNvSpPr/>
          <p:nvPr/>
        </p:nvSpPr>
        <p:spPr>
          <a:xfrm>
            <a:off x="7714068" y="5338678"/>
            <a:ext cx="1154696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Adjustable speech rate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33895" y="5585544"/>
            <a:ext cx="97552" cy="111488"/>
          </a:xfrm>
          <a:custGeom>
            <a:avLst/>
            <a:gdLst/>
            <a:ahLst/>
            <a:cxnLst/>
            <a:rect l="l" t="t" r="r" b="b"/>
            <a:pathLst>
              <a:path w="97552" h="111488">
                <a:moveTo>
                  <a:pt x="94678" y="15264"/>
                </a:moveTo>
                <a:cubicBezTo>
                  <a:pt x="97791" y="17529"/>
                  <a:pt x="98488" y="21884"/>
                  <a:pt x="96224" y="24998"/>
                </a:cubicBezTo>
                <a:lnTo>
                  <a:pt x="40480" y="101646"/>
                </a:lnTo>
                <a:cubicBezTo>
                  <a:pt x="39282" y="103301"/>
                  <a:pt x="37431" y="104324"/>
                  <a:pt x="35384" y="104498"/>
                </a:cubicBezTo>
                <a:cubicBezTo>
                  <a:pt x="33338" y="104672"/>
                  <a:pt x="31356" y="103910"/>
                  <a:pt x="29919" y="102473"/>
                </a:cubicBezTo>
                <a:lnTo>
                  <a:pt x="2047" y="74601"/>
                </a:lnTo>
                <a:cubicBezTo>
                  <a:pt x="-675" y="71879"/>
                  <a:pt x="-675" y="67459"/>
                  <a:pt x="2047" y="64737"/>
                </a:cubicBezTo>
                <a:cubicBezTo>
                  <a:pt x="4769" y="62015"/>
                  <a:pt x="9189" y="62015"/>
                  <a:pt x="11911" y="64737"/>
                </a:cubicBezTo>
                <a:lnTo>
                  <a:pt x="34013" y="86839"/>
                </a:lnTo>
                <a:lnTo>
                  <a:pt x="84966" y="16789"/>
                </a:lnTo>
                <a:cubicBezTo>
                  <a:pt x="87231" y="13675"/>
                  <a:pt x="91586" y="12978"/>
                  <a:pt x="94699" y="15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5" name="Text 53"/>
          <p:cNvSpPr/>
          <p:nvPr/>
        </p:nvSpPr>
        <p:spPr>
          <a:xfrm>
            <a:off x="7714068" y="5561654"/>
            <a:ext cx="1059135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indicator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33895" y="5808520"/>
            <a:ext cx="97552" cy="111488"/>
          </a:xfrm>
          <a:custGeom>
            <a:avLst/>
            <a:gdLst/>
            <a:ahLst/>
            <a:cxnLst/>
            <a:rect l="l" t="t" r="r" b="b"/>
            <a:pathLst>
              <a:path w="97552" h="111488">
                <a:moveTo>
                  <a:pt x="94678" y="15264"/>
                </a:moveTo>
                <a:cubicBezTo>
                  <a:pt x="97791" y="17529"/>
                  <a:pt x="98488" y="21884"/>
                  <a:pt x="96224" y="24998"/>
                </a:cubicBezTo>
                <a:lnTo>
                  <a:pt x="40480" y="101646"/>
                </a:lnTo>
                <a:cubicBezTo>
                  <a:pt x="39282" y="103301"/>
                  <a:pt x="37431" y="104324"/>
                  <a:pt x="35384" y="104498"/>
                </a:cubicBezTo>
                <a:cubicBezTo>
                  <a:pt x="33338" y="104672"/>
                  <a:pt x="31356" y="103910"/>
                  <a:pt x="29919" y="102473"/>
                </a:cubicBezTo>
                <a:lnTo>
                  <a:pt x="2047" y="74601"/>
                </a:lnTo>
                <a:cubicBezTo>
                  <a:pt x="-675" y="71879"/>
                  <a:pt x="-675" y="67459"/>
                  <a:pt x="2047" y="64737"/>
                </a:cubicBezTo>
                <a:cubicBezTo>
                  <a:pt x="4769" y="62015"/>
                  <a:pt x="9189" y="62015"/>
                  <a:pt x="11911" y="64737"/>
                </a:cubicBezTo>
                <a:lnTo>
                  <a:pt x="34013" y="86839"/>
                </a:lnTo>
                <a:lnTo>
                  <a:pt x="84966" y="16789"/>
                </a:lnTo>
                <a:cubicBezTo>
                  <a:pt x="87231" y="13675"/>
                  <a:pt x="91586" y="12978"/>
                  <a:pt x="94699" y="15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7" name="Text 55"/>
          <p:cNvSpPr/>
          <p:nvPr/>
        </p:nvSpPr>
        <p:spPr>
          <a:xfrm>
            <a:off x="7714068" y="5784629"/>
            <a:ext cx="1170623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toggle controls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348547" y="6240140"/>
            <a:ext cx="4521631" cy="611591"/>
          </a:xfrm>
          <a:custGeom>
            <a:avLst/>
            <a:gdLst/>
            <a:ahLst/>
            <a:cxnLst/>
            <a:rect l="l" t="t" r="r" b="b"/>
            <a:pathLst>
              <a:path w="4521631" h="611591">
                <a:moveTo>
                  <a:pt x="63709" y="0"/>
                </a:moveTo>
                <a:lnTo>
                  <a:pt x="4457922" y="0"/>
                </a:lnTo>
                <a:cubicBezTo>
                  <a:pt x="4493108" y="0"/>
                  <a:pt x="4521631" y="28524"/>
                  <a:pt x="4521631" y="63709"/>
                </a:cubicBezTo>
                <a:lnTo>
                  <a:pt x="4521631" y="547881"/>
                </a:lnTo>
                <a:cubicBezTo>
                  <a:pt x="4521631" y="583067"/>
                  <a:pt x="4493108" y="611591"/>
                  <a:pt x="4457922" y="611591"/>
                </a:cubicBezTo>
                <a:lnTo>
                  <a:pt x="63709" y="611591"/>
                </a:lnTo>
                <a:cubicBezTo>
                  <a:pt x="28524" y="611591"/>
                  <a:pt x="0" y="583067"/>
                  <a:pt x="0" y="547881"/>
                </a:cubicBezTo>
                <a:lnTo>
                  <a:pt x="0" y="63709"/>
                </a:lnTo>
                <a:cubicBezTo>
                  <a:pt x="0" y="28547"/>
                  <a:pt x="28547" y="0"/>
                  <a:pt x="63709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DA3832">
                  <a:alpha val="30000"/>
                </a:srgbClr>
              </a:gs>
            </a:gsLst>
            <a:lin ang="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03037" y="6450372"/>
            <a:ext cx="191122" cy="191122"/>
          </a:xfrm>
          <a:custGeom>
            <a:avLst/>
            <a:gdLst/>
            <a:ahLst/>
            <a:cxnLst/>
            <a:rect l="l" t="t" r="r" b="b"/>
            <a:pathLst>
              <a:path w="191122" h="191122">
                <a:moveTo>
                  <a:pt x="47781" y="119451"/>
                </a:moveTo>
                <a:lnTo>
                  <a:pt x="9145" y="119451"/>
                </a:lnTo>
                <a:cubicBezTo>
                  <a:pt x="-149" y="119451"/>
                  <a:pt x="-5861" y="109335"/>
                  <a:pt x="-1083" y="101347"/>
                </a:cubicBezTo>
                <a:lnTo>
                  <a:pt x="18664" y="68423"/>
                </a:lnTo>
                <a:cubicBezTo>
                  <a:pt x="21912" y="63011"/>
                  <a:pt x="27735" y="59726"/>
                  <a:pt x="34044" y="59726"/>
                </a:cubicBezTo>
                <a:lnTo>
                  <a:pt x="69506" y="59726"/>
                </a:lnTo>
                <a:cubicBezTo>
                  <a:pt x="97913" y="11609"/>
                  <a:pt x="140281" y="9183"/>
                  <a:pt x="168613" y="13326"/>
                </a:cubicBezTo>
                <a:cubicBezTo>
                  <a:pt x="173391" y="14036"/>
                  <a:pt x="177124" y="17768"/>
                  <a:pt x="177796" y="22509"/>
                </a:cubicBezTo>
                <a:cubicBezTo>
                  <a:pt x="181939" y="50841"/>
                  <a:pt x="179513" y="93209"/>
                  <a:pt x="131396" y="121616"/>
                </a:cubicBezTo>
                <a:lnTo>
                  <a:pt x="131396" y="157079"/>
                </a:lnTo>
                <a:cubicBezTo>
                  <a:pt x="131396" y="163387"/>
                  <a:pt x="128112" y="169210"/>
                  <a:pt x="122699" y="172458"/>
                </a:cubicBezTo>
                <a:lnTo>
                  <a:pt x="89775" y="192205"/>
                </a:lnTo>
                <a:cubicBezTo>
                  <a:pt x="81824" y="196983"/>
                  <a:pt x="71671" y="191234"/>
                  <a:pt x="71671" y="181977"/>
                </a:cubicBezTo>
                <a:lnTo>
                  <a:pt x="71671" y="143342"/>
                </a:lnTo>
                <a:cubicBezTo>
                  <a:pt x="71671" y="130165"/>
                  <a:pt x="60958" y="119451"/>
                  <a:pt x="47781" y="119451"/>
                </a:cubicBezTo>
                <a:lnTo>
                  <a:pt x="47743" y="119451"/>
                </a:lnTo>
                <a:close/>
                <a:moveTo>
                  <a:pt x="149314" y="59726"/>
                </a:moveTo>
                <a:cubicBezTo>
                  <a:pt x="149314" y="49837"/>
                  <a:pt x="141286" y="41808"/>
                  <a:pt x="131396" y="41808"/>
                </a:cubicBezTo>
                <a:cubicBezTo>
                  <a:pt x="121507" y="41808"/>
                  <a:pt x="113479" y="49837"/>
                  <a:pt x="113479" y="59726"/>
                </a:cubicBezTo>
                <a:cubicBezTo>
                  <a:pt x="113479" y="69615"/>
                  <a:pt x="121507" y="77643"/>
                  <a:pt x="131396" y="77643"/>
                </a:cubicBezTo>
                <a:cubicBezTo>
                  <a:pt x="141286" y="77643"/>
                  <a:pt x="149314" y="69615"/>
                  <a:pt x="149314" y="59726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60" name="Text 58"/>
          <p:cNvSpPr/>
          <p:nvPr/>
        </p:nvSpPr>
        <p:spPr>
          <a:xfrm>
            <a:off x="7813611" y="6370738"/>
            <a:ext cx="1831587" cy="1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It Now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813611" y="6561860"/>
            <a:ext cx="1823624" cy="159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8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signup required—completely free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476250"/>
            <a:ext cx="5405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Geometry-Based Classification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6250" y="920750"/>
            <a:ext cx="1146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we distinguish visually similar signs with mathematical precision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304925"/>
            <a:ext cx="5673725" cy="2236788"/>
          </a:xfrm>
          <a:custGeom>
            <a:avLst/>
            <a:gdLst/>
            <a:ahLst/>
            <a:cxnLst/>
            <a:rect l="l" t="t" r="r" b="b"/>
            <a:pathLst>
              <a:path w="5673725" h="2236788">
                <a:moveTo>
                  <a:pt x="95242" y="0"/>
                </a:moveTo>
                <a:lnTo>
                  <a:pt x="5578483" y="0"/>
                </a:lnTo>
                <a:cubicBezTo>
                  <a:pt x="5631084" y="0"/>
                  <a:pt x="5673725" y="42641"/>
                  <a:pt x="5673725" y="95242"/>
                </a:cubicBezTo>
                <a:lnTo>
                  <a:pt x="5673725" y="2141545"/>
                </a:lnTo>
                <a:cubicBezTo>
                  <a:pt x="5673725" y="2194146"/>
                  <a:pt x="5631084" y="2236787"/>
                  <a:pt x="5578483" y="2236788"/>
                </a:cubicBezTo>
                <a:lnTo>
                  <a:pt x="95242" y="2236788"/>
                </a:lnTo>
                <a:cubicBezTo>
                  <a:pt x="42641" y="2236788"/>
                  <a:pt x="0" y="2194146"/>
                  <a:pt x="0" y="2141545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1466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7850" y="15621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9" name="Text 7"/>
          <p:cNvSpPr/>
          <p:nvPr/>
        </p:nvSpPr>
        <p:spPr>
          <a:xfrm>
            <a:off x="958850" y="1530352"/>
            <a:ext cx="129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600" y="1974852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Signs like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and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visually similar closed-hand shapes, making them difficult to distinguish using simple image recognition.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950" y="2520952"/>
            <a:ext cx="1711325" cy="854075"/>
          </a:xfrm>
          <a:custGeom>
            <a:avLst/>
            <a:gdLst/>
            <a:ahLst/>
            <a:cxnLst/>
            <a:rect l="l" t="t" r="r" b="b"/>
            <a:pathLst>
              <a:path w="1711325" h="854075">
                <a:moveTo>
                  <a:pt x="63500" y="0"/>
                </a:moveTo>
                <a:lnTo>
                  <a:pt x="1647825" y="0"/>
                </a:lnTo>
                <a:cubicBezTo>
                  <a:pt x="1682895" y="0"/>
                  <a:pt x="1711325" y="28430"/>
                  <a:pt x="1711325" y="63500"/>
                </a:cubicBezTo>
                <a:lnTo>
                  <a:pt x="1711325" y="790575"/>
                </a:lnTo>
                <a:cubicBezTo>
                  <a:pt x="1711325" y="825645"/>
                  <a:pt x="1682895" y="854075"/>
                  <a:pt x="1647825" y="854075"/>
                </a:cubicBezTo>
                <a:lnTo>
                  <a:pt x="63500" y="854075"/>
                </a:lnTo>
                <a:cubicBezTo>
                  <a:pt x="28430" y="854075"/>
                  <a:pt x="0" y="825645"/>
                  <a:pt x="0" y="790575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20320">
            <a:solidFill>
              <a:srgbClr val="DA3832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5712" y="2622549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3442" y="117946"/>
                </a:moveTo>
                <a:cubicBezTo>
                  <a:pt x="1209" y="114365"/>
                  <a:pt x="0" y="110272"/>
                  <a:pt x="0" y="106040"/>
                </a:cubicBezTo>
                <a:lnTo>
                  <a:pt x="0" y="89297"/>
                </a:lnTo>
                <a:cubicBezTo>
                  <a:pt x="0" y="76972"/>
                  <a:pt x="9999" y="66973"/>
                  <a:pt x="22324" y="66973"/>
                </a:cubicBezTo>
                <a:lnTo>
                  <a:pt x="29766" y="66973"/>
                </a:lnTo>
                <a:lnTo>
                  <a:pt x="29766" y="29766"/>
                </a:lnTo>
                <a:cubicBezTo>
                  <a:pt x="29766" y="17441"/>
                  <a:pt x="39765" y="7441"/>
                  <a:pt x="52090" y="7441"/>
                </a:cubicBezTo>
                <a:cubicBezTo>
                  <a:pt x="60136" y="7441"/>
                  <a:pt x="67159" y="11674"/>
                  <a:pt x="71112" y="18045"/>
                </a:cubicBezTo>
                <a:cubicBezTo>
                  <a:pt x="73112" y="7767"/>
                  <a:pt x="82181" y="0"/>
                  <a:pt x="93018" y="0"/>
                </a:cubicBezTo>
                <a:cubicBezTo>
                  <a:pt x="103901" y="0"/>
                  <a:pt x="112970" y="7813"/>
                  <a:pt x="114923" y="18092"/>
                </a:cubicBezTo>
                <a:cubicBezTo>
                  <a:pt x="118318" y="16046"/>
                  <a:pt x="122272" y="14883"/>
                  <a:pt x="126504" y="14883"/>
                </a:cubicBezTo>
                <a:cubicBezTo>
                  <a:pt x="136782" y="14883"/>
                  <a:pt x="145479" y="21859"/>
                  <a:pt x="148037" y="31347"/>
                </a:cubicBezTo>
                <a:cubicBezTo>
                  <a:pt x="150595" y="30324"/>
                  <a:pt x="153339" y="29766"/>
                  <a:pt x="156270" y="29766"/>
                </a:cubicBezTo>
                <a:cubicBezTo>
                  <a:pt x="168594" y="29766"/>
                  <a:pt x="178594" y="39765"/>
                  <a:pt x="178594" y="52090"/>
                </a:cubicBezTo>
                <a:lnTo>
                  <a:pt x="178594" y="97157"/>
                </a:lnTo>
                <a:cubicBezTo>
                  <a:pt x="178594" y="101761"/>
                  <a:pt x="177524" y="106319"/>
                  <a:pt x="175431" y="110458"/>
                </a:cubicBezTo>
                <a:lnTo>
                  <a:pt x="157014" y="147247"/>
                </a:lnTo>
                <a:cubicBezTo>
                  <a:pt x="151991" y="157339"/>
                  <a:pt x="141666" y="163711"/>
                  <a:pt x="130411" y="163711"/>
                </a:cubicBezTo>
                <a:lnTo>
                  <a:pt x="44648" y="163711"/>
                </a:lnTo>
                <a:cubicBezTo>
                  <a:pt x="36974" y="163711"/>
                  <a:pt x="29859" y="159804"/>
                  <a:pt x="25766" y="153293"/>
                </a:cubicBezTo>
                <a:lnTo>
                  <a:pt x="3442" y="117946"/>
                </a:lnTo>
                <a:close/>
                <a:moveTo>
                  <a:pt x="14883" y="223242"/>
                </a:moveTo>
                <a:lnTo>
                  <a:pt x="14883" y="200918"/>
                </a:lnTo>
                <a:cubicBezTo>
                  <a:pt x="14883" y="192686"/>
                  <a:pt x="21534" y="186035"/>
                  <a:pt x="29766" y="186035"/>
                </a:cubicBezTo>
                <a:lnTo>
                  <a:pt x="148828" y="186035"/>
                </a:lnTo>
                <a:cubicBezTo>
                  <a:pt x="157060" y="186035"/>
                  <a:pt x="163711" y="192686"/>
                  <a:pt x="163711" y="200918"/>
                </a:cubicBezTo>
                <a:lnTo>
                  <a:pt x="163711" y="223242"/>
                </a:lnTo>
                <a:cubicBezTo>
                  <a:pt x="163711" y="231474"/>
                  <a:pt x="157060" y="238125"/>
                  <a:pt x="148828" y="238125"/>
                </a:cubicBezTo>
                <a:lnTo>
                  <a:pt x="29766" y="238125"/>
                </a:lnTo>
                <a:cubicBezTo>
                  <a:pt x="21534" y="238125"/>
                  <a:pt x="14883" y="231474"/>
                  <a:pt x="14883" y="223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3" name="Text 11"/>
          <p:cNvSpPr/>
          <p:nvPr/>
        </p:nvSpPr>
        <p:spPr>
          <a:xfrm>
            <a:off x="554831" y="2924174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738" y="3146424"/>
            <a:ext cx="155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Fist, thumb up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05050" y="2520952"/>
            <a:ext cx="1711325" cy="854075"/>
          </a:xfrm>
          <a:custGeom>
            <a:avLst/>
            <a:gdLst/>
            <a:ahLst/>
            <a:cxnLst/>
            <a:rect l="l" t="t" r="r" b="b"/>
            <a:pathLst>
              <a:path w="1711325" h="854075">
                <a:moveTo>
                  <a:pt x="63500" y="0"/>
                </a:moveTo>
                <a:lnTo>
                  <a:pt x="1647825" y="0"/>
                </a:lnTo>
                <a:cubicBezTo>
                  <a:pt x="1682895" y="0"/>
                  <a:pt x="1711325" y="28430"/>
                  <a:pt x="1711325" y="63500"/>
                </a:cubicBezTo>
                <a:lnTo>
                  <a:pt x="1711325" y="790575"/>
                </a:lnTo>
                <a:cubicBezTo>
                  <a:pt x="1711325" y="825645"/>
                  <a:pt x="1682895" y="854075"/>
                  <a:pt x="1647825" y="854075"/>
                </a:cubicBezTo>
                <a:lnTo>
                  <a:pt x="63500" y="854075"/>
                </a:lnTo>
                <a:cubicBezTo>
                  <a:pt x="28430" y="854075"/>
                  <a:pt x="0" y="825645"/>
                  <a:pt x="0" y="790575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2032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1813" y="2622549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3442" y="117946"/>
                </a:moveTo>
                <a:cubicBezTo>
                  <a:pt x="1209" y="114365"/>
                  <a:pt x="0" y="110272"/>
                  <a:pt x="0" y="106040"/>
                </a:cubicBezTo>
                <a:lnTo>
                  <a:pt x="0" y="89297"/>
                </a:lnTo>
                <a:cubicBezTo>
                  <a:pt x="0" y="76972"/>
                  <a:pt x="9999" y="66973"/>
                  <a:pt x="22324" y="66973"/>
                </a:cubicBezTo>
                <a:lnTo>
                  <a:pt x="29766" y="66973"/>
                </a:lnTo>
                <a:lnTo>
                  <a:pt x="29766" y="29766"/>
                </a:lnTo>
                <a:cubicBezTo>
                  <a:pt x="29766" y="17441"/>
                  <a:pt x="39765" y="7441"/>
                  <a:pt x="52090" y="7441"/>
                </a:cubicBezTo>
                <a:cubicBezTo>
                  <a:pt x="60136" y="7441"/>
                  <a:pt x="67159" y="11674"/>
                  <a:pt x="71112" y="18045"/>
                </a:cubicBezTo>
                <a:cubicBezTo>
                  <a:pt x="73112" y="7767"/>
                  <a:pt x="82181" y="0"/>
                  <a:pt x="93018" y="0"/>
                </a:cubicBezTo>
                <a:cubicBezTo>
                  <a:pt x="103901" y="0"/>
                  <a:pt x="112970" y="7813"/>
                  <a:pt x="114923" y="18092"/>
                </a:cubicBezTo>
                <a:cubicBezTo>
                  <a:pt x="118318" y="16046"/>
                  <a:pt x="122272" y="14883"/>
                  <a:pt x="126504" y="14883"/>
                </a:cubicBezTo>
                <a:cubicBezTo>
                  <a:pt x="136782" y="14883"/>
                  <a:pt x="145479" y="21859"/>
                  <a:pt x="148037" y="31347"/>
                </a:cubicBezTo>
                <a:cubicBezTo>
                  <a:pt x="150595" y="30324"/>
                  <a:pt x="153339" y="29766"/>
                  <a:pt x="156270" y="29766"/>
                </a:cubicBezTo>
                <a:cubicBezTo>
                  <a:pt x="168594" y="29766"/>
                  <a:pt x="178594" y="39765"/>
                  <a:pt x="178594" y="52090"/>
                </a:cubicBezTo>
                <a:lnTo>
                  <a:pt x="178594" y="97157"/>
                </a:lnTo>
                <a:cubicBezTo>
                  <a:pt x="178594" y="101761"/>
                  <a:pt x="177524" y="106319"/>
                  <a:pt x="175431" y="110458"/>
                </a:cubicBezTo>
                <a:lnTo>
                  <a:pt x="157014" y="147247"/>
                </a:lnTo>
                <a:cubicBezTo>
                  <a:pt x="151991" y="157339"/>
                  <a:pt x="141666" y="163711"/>
                  <a:pt x="130411" y="163711"/>
                </a:cubicBezTo>
                <a:lnTo>
                  <a:pt x="44648" y="163711"/>
                </a:lnTo>
                <a:cubicBezTo>
                  <a:pt x="36974" y="163711"/>
                  <a:pt x="29859" y="159804"/>
                  <a:pt x="25766" y="153293"/>
                </a:cubicBezTo>
                <a:lnTo>
                  <a:pt x="3442" y="117946"/>
                </a:lnTo>
                <a:close/>
                <a:moveTo>
                  <a:pt x="14883" y="223242"/>
                </a:moveTo>
                <a:lnTo>
                  <a:pt x="14883" y="200918"/>
                </a:lnTo>
                <a:cubicBezTo>
                  <a:pt x="14883" y="192686"/>
                  <a:pt x="21534" y="186035"/>
                  <a:pt x="29766" y="186035"/>
                </a:cubicBezTo>
                <a:lnTo>
                  <a:pt x="148828" y="186035"/>
                </a:lnTo>
                <a:cubicBezTo>
                  <a:pt x="157060" y="186035"/>
                  <a:pt x="163711" y="192686"/>
                  <a:pt x="163711" y="200918"/>
                </a:cubicBezTo>
                <a:lnTo>
                  <a:pt x="163711" y="223242"/>
                </a:lnTo>
                <a:cubicBezTo>
                  <a:pt x="163711" y="231474"/>
                  <a:pt x="157060" y="238125"/>
                  <a:pt x="148828" y="238125"/>
                </a:cubicBezTo>
                <a:lnTo>
                  <a:pt x="29766" y="238125"/>
                </a:lnTo>
                <a:cubicBezTo>
                  <a:pt x="21534" y="238125"/>
                  <a:pt x="14883" y="231474"/>
                  <a:pt x="14883" y="223242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7" name="Text 15"/>
          <p:cNvSpPr/>
          <p:nvPr/>
        </p:nvSpPr>
        <p:spPr>
          <a:xfrm>
            <a:off x="2370931" y="2924174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82838" y="3146424"/>
            <a:ext cx="155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Fist, thumb 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21150" y="2520952"/>
            <a:ext cx="1711325" cy="854075"/>
          </a:xfrm>
          <a:custGeom>
            <a:avLst/>
            <a:gdLst/>
            <a:ahLst/>
            <a:cxnLst/>
            <a:rect l="l" t="t" r="r" b="b"/>
            <a:pathLst>
              <a:path w="1711325" h="854075">
                <a:moveTo>
                  <a:pt x="63500" y="0"/>
                </a:moveTo>
                <a:lnTo>
                  <a:pt x="1647825" y="0"/>
                </a:lnTo>
                <a:cubicBezTo>
                  <a:pt x="1682895" y="0"/>
                  <a:pt x="1711325" y="28430"/>
                  <a:pt x="1711325" y="63500"/>
                </a:cubicBezTo>
                <a:lnTo>
                  <a:pt x="1711325" y="790575"/>
                </a:lnTo>
                <a:cubicBezTo>
                  <a:pt x="1711325" y="825645"/>
                  <a:pt x="1682895" y="854075"/>
                  <a:pt x="1647825" y="854075"/>
                </a:cubicBezTo>
                <a:lnTo>
                  <a:pt x="63500" y="854075"/>
                </a:lnTo>
                <a:cubicBezTo>
                  <a:pt x="28430" y="854075"/>
                  <a:pt x="0" y="825645"/>
                  <a:pt x="0" y="790575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 w="20320">
            <a:solidFill>
              <a:srgbClr val="DA3832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7912" y="2622549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3442" y="117946"/>
                </a:moveTo>
                <a:cubicBezTo>
                  <a:pt x="1209" y="114365"/>
                  <a:pt x="0" y="110272"/>
                  <a:pt x="0" y="106040"/>
                </a:cubicBezTo>
                <a:lnTo>
                  <a:pt x="0" y="89297"/>
                </a:lnTo>
                <a:cubicBezTo>
                  <a:pt x="0" y="76972"/>
                  <a:pt x="9999" y="66973"/>
                  <a:pt x="22324" y="66973"/>
                </a:cubicBezTo>
                <a:lnTo>
                  <a:pt x="29766" y="66973"/>
                </a:lnTo>
                <a:lnTo>
                  <a:pt x="29766" y="29766"/>
                </a:lnTo>
                <a:cubicBezTo>
                  <a:pt x="29766" y="17441"/>
                  <a:pt x="39765" y="7441"/>
                  <a:pt x="52090" y="7441"/>
                </a:cubicBezTo>
                <a:cubicBezTo>
                  <a:pt x="60136" y="7441"/>
                  <a:pt x="67159" y="11674"/>
                  <a:pt x="71112" y="18045"/>
                </a:cubicBezTo>
                <a:cubicBezTo>
                  <a:pt x="73112" y="7767"/>
                  <a:pt x="82181" y="0"/>
                  <a:pt x="93018" y="0"/>
                </a:cubicBezTo>
                <a:cubicBezTo>
                  <a:pt x="103901" y="0"/>
                  <a:pt x="112970" y="7813"/>
                  <a:pt x="114923" y="18092"/>
                </a:cubicBezTo>
                <a:cubicBezTo>
                  <a:pt x="118318" y="16046"/>
                  <a:pt x="122272" y="14883"/>
                  <a:pt x="126504" y="14883"/>
                </a:cubicBezTo>
                <a:cubicBezTo>
                  <a:pt x="136782" y="14883"/>
                  <a:pt x="145479" y="21859"/>
                  <a:pt x="148037" y="31347"/>
                </a:cubicBezTo>
                <a:cubicBezTo>
                  <a:pt x="150595" y="30324"/>
                  <a:pt x="153339" y="29766"/>
                  <a:pt x="156270" y="29766"/>
                </a:cubicBezTo>
                <a:cubicBezTo>
                  <a:pt x="168594" y="29766"/>
                  <a:pt x="178594" y="39765"/>
                  <a:pt x="178594" y="52090"/>
                </a:cubicBezTo>
                <a:lnTo>
                  <a:pt x="178594" y="97157"/>
                </a:lnTo>
                <a:cubicBezTo>
                  <a:pt x="178594" y="101761"/>
                  <a:pt x="177524" y="106319"/>
                  <a:pt x="175431" y="110458"/>
                </a:cubicBezTo>
                <a:lnTo>
                  <a:pt x="157014" y="147247"/>
                </a:lnTo>
                <a:cubicBezTo>
                  <a:pt x="151991" y="157339"/>
                  <a:pt x="141666" y="163711"/>
                  <a:pt x="130411" y="163711"/>
                </a:cubicBezTo>
                <a:lnTo>
                  <a:pt x="44648" y="163711"/>
                </a:lnTo>
                <a:cubicBezTo>
                  <a:pt x="36974" y="163711"/>
                  <a:pt x="29859" y="159804"/>
                  <a:pt x="25766" y="153293"/>
                </a:cubicBezTo>
                <a:lnTo>
                  <a:pt x="3442" y="117946"/>
                </a:lnTo>
                <a:close/>
                <a:moveTo>
                  <a:pt x="14883" y="223242"/>
                </a:moveTo>
                <a:lnTo>
                  <a:pt x="14883" y="200918"/>
                </a:lnTo>
                <a:cubicBezTo>
                  <a:pt x="14883" y="192686"/>
                  <a:pt x="21534" y="186035"/>
                  <a:pt x="29766" y="186035"/>
                </a:cubicBezTo>
                <a:lnTo>
                  <a:pt x="148828" y="186035"/>
                </a:lnTo>
                <a:cubicBezTo>
                  <a:pt x="157060" y="186035"/>
                  <a:pt x="163711" y="192686"/>
                  <a:pt x="163711" y="200918"/>
                </a:cubicBezTo>
                <a:lnTo>
                  <a:pt x="163711" y="223242"/>
                </a:lnTo>
                <a:cubicBezTo>
                  <a:pt x="163711" y="231474"/>
                  <a:pt x="157060" y="238125"/>
                  <a:pt x="148828" y="238125"/>
                </a:cubicBezTo>
                <a:lnTo>
                  <a:pt x="29766" y="238125"/>
                </a:lnTo>
                <a:cubicBezTo>
                  <a:pt x="21534" y="238125"/>
                  <a:pt x="14883" y="231474"/>
                  <a:pt x="14883" y="223242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21" name="Text 19"/>
          <p:cNvSpPr/>
          <p:nvPr/>
        </p:nvSpPr>
        <p:spPr>
          <a:xfrm>
            <a:off x="4187031" y="2924174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98938" y="3146424"/>
            <a:ext cx="155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Fist, thumb out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675" y="3676552"/>
            <a:ext cx="5673725" cy="2832100"/>
          </a:xfrm>
          <a:custGeom>
            <a:avLst/>
            <a:gdLst/>
            <a:ahLst/>
            <a:cxnLst/>
            <a:rect l="l" t="t" r="r" b="b"/>
            <a:pathLst>
              <a:path w="5673725" h="2832100">
                <a:moveTo>
                  <a:pt x="95244" y="0"/>
                </a:moveTo>
                <a:lnTo>
                  <a:pt x="5578481" y="0"/>
                </a:lnTo>
                <a:cubicBezTo>
                  <a:pt x="5631083" y="0"/>
                  <a:pt x="5673725" y="42642"/>
                  <a:pt x="5673725" y="95244"/>
                </a:cubicBezTo>
                <a:lnTo>
                  <a:pt x="5673725" y="2736856"/>
                </a:lnTo>
                <a:cubicBezTo>
                  <a:pt x="5673725" y="2789458"/>
                  <a:pt x="5631083" y="2832100"/>
                  <a:pt x="5578481" y="2832100"/>
                </a:cubicBezTo>
                <a:lnTo>
                  <a:pt x="95244" y="2832100"/>
                </a:lnTo>
                <a:cubicBezTo>
                  <a:pt x="42642" y="2832100"/>
                  <a:pt x="0" y="2789458"/>
                  <a:pt x="0" y="2736856"/>
                </a:cubicBezTo>
                <a:lnTo>
                  <a:pt x="0" y="95244"/>
                </a:lnTo>
                <a:cubicBezTo>
                  <a:pt x="0" y="42642"/>
                  <a:pt x="42642" y="0"/>
                  <a:pt x="95244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1A1A1A">
                  <a:alpha val="5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600" y="3838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1663" y="39337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26" name="Text 24"/>
          <p:cNvSpPr/>
          <p:nvPr/>
        </p:nvSpPr>
        <p:spPr>
          <a:xfrm>
            <a:off x="958850" y="3901975"/>
            <a:ext cx="1135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2600" y="4346475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geometry logic calculates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distances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21 MediaPipe landmarks to create unique mathematical signatures for each sign.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2600" y="4886225"/>
            <a:ext cx="5349875" cy="444500"/>
          </a:xfrm>
          <a:custGeom>
            <a:avLst/>
            <a:gdLst/>
            <a:ahLst/>
            <a:cxnLst/>
            <a:rect l="l" t="t" r="r" b="b"/>
            <a:pathLst>
              <a:path w="5349875" h="444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80999"/>
                </a:lnTo>
                <a:cubicBezTo>
                  <a:pt x="5349875" y="416070"/>
                  <a:pt x="5321445" y="444500"/>
                  <a:pt x="5286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7850" y="49814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7189" y="5029100"/>
            <a:ext cx="8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7100" y="5013225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 Tip to Wrist: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Measures finger extension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2600" y="5394225"/>
            <a:ext cx="5349875" cy="444500"/>
          </a:xfrm>
          <a:custGeom>
            <a:avLst/>
            <a:gdLst/>
            <a:ahLst/>
            <a:cxnLst/>
            <a:rect l="l" t="t" r="r" b="b"/>
            <a:pathLst>
              <a:path w="5349875" h="444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80999"/>
                </a:lnTo>
                <a:cubicBezTo>
                  <a:pt x="5349875" y="416070"/>
                  <a:pt x="5321445" y="444500"/>
                  <a:pt x="5286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7850" y="54894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A3832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76473" y="5537100"/>
            <a:ext cx="11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7100" y="5521225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Inter-Finger Distances: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Detects spread patterns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2600" y="5902225"/>
            <a:ext cx="5349875" cy="444500"/>
          </a:xfrm>
          <a:custGeom>
            <a:avLst/>
            <a:gdLst/>
            <a:ahLst/>
            <a:cxnLst/>
            <a:rect l="l" t="t" r="r" b="b"/>
            <a:pathLst>
              <a:path w="5349875" h="444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80999"/>
                </a:lnTo>
                <a:cubicBezTo>
                  <a:pt x="5349875" y="416070"/>
                  <a:pt x="5321445" y="444500"/>
                  <a:pt x="5286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7850" y="599747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224C87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5084" y="6045100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7100" y="6029225"/>
            <a:ext cx="199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 Angles: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Identifies curl patterns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4425" y="1304925"/>
            <a:ext cx="5673725" cy="7475537"/>
          </a:xfrm>
          <a:custGeom>
            <a:avLst/>
            <a:gdLst/>
            <a:ahLst/>
            <a:cxnLst/>
            <a:rect l="l" t="t" r="r" b="b"/>
            <a:pathLst>
              <a:path w="5673725" h="7475537">
                <a:moveTo>
                  <a:pt x="95262" y="0"/>
                </a:moveTo>
                <a:lnTo>
                  <a:pt x="5578463" y="0"/>
                </a:lnTo>
                <a:cubicBezTo>
                  <a:pt x="5631075" y="0"/>
                  <a:pt x="5673725" y="42650"/>
                  <a:pt x="5673725" y="95262"/>
                </a:cubicBezTo>
                <a:lnTo>
                  <a:pt x="5673725" y="7380276"/>
                </a:lnTo>
                <a:cubicBezTo>
                  <a:pt x="5673725" y="7432887"/>
                  <a:pt x="5631075" y="7475538"/>
                  <a:pt x="5578463" y="7475537"/>
                </a:cubicBezTo>
                <a:lnTo>
                  <a:pt x="95262" y="7475537"/>
                </a:lnTo>
                <a:cubicBezTo>
                  <a:pt x="42650" y="7475537"/>
                  <a:pt x="0" y="7432887"/>
                  <a:pt x="0" y="7380276"/>
                </a:cubicBezTo>
                <a:lnTo>
                  <a:pt x="0" y="95262"/>
                </a:lnTo>
                <a:cubicBezTo>
                  <a:pt x="0" y="42685"/>
                  <a:pt x="42685" y="0"/>
                  <a:pt x="95262" y="0"/>
                </a:cubicBezTo>
                <a:close/>
              </a:path>
            </a:pathLst>
          </a:custGeom>
          <a:gradFill rotWithShape="1" flip="none">
            <a:gsLst>
              <a:gs pos="0">
                <a:srgbClr val="333333">
                  <a:alpha val="60000"/>
                </a:srgbClr>
              </a:gs>
              <a:gs pos="100000">
                <a:srgbClr val="1A1A1A">
                  <a:alpha val="40000"/>
                </a:srgbClr>
              </a:gs>
            </a:gsLst>
            <a:lin ang="270000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6194" y="14986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9297" y="9922"/>
                </a:moveTo>
                <a:cubicBezTo>
                  <a:pt x="89297" y="4434"/>
                  <a:pt x="84863" y="0"/>
                  <a:pt x="79375" y="0"/>
                </a:cubicBezTo>
                <a:cubicBezTo>
                  <a:pt x="73887" y="0"/>
                  <a:pt x="69453" y="4434"/>
                  <a:pt x="69453" y="9922"/>
                </a:cubicBezTo>
                <a:lnTo>
                  <a:pt x="69453" y="74414"/>
                </a:lnTo>
                <a:cubicBezTo>
                  <a:pt x="69453" y="77143"/>
                  <a:pt x="67221" y="79375"/>
                  <a:pt x="64492" y="79375"/>
                </a:cubicBezTo>
                <a:cubicBezTo>
                  <a:pt x="61764" y="79375"/>
                  <a:pt x="59531" y="77143"/>
                  <a:pt x="59531" y="74414"/>
                </a:cubicBezTo>
                <a:lnTo>
                  <a:pt x="59531" y="19844"/>
                </a:lnTo>
                <a:cubicBezTo>
                  <a:pt x="59531" y="14356"/>
                  <a:pt x="55097" y="9922"/>
                  <a:pt x="49609" y="9922"/>
                </a:cubicBezTo>
                <a:cubicBezTo>
                  <a:pt x="44121" y="9922"/>
                  <a:pt x="39688" y="14356"/>
                  <a:pt x="39688" y="19844"/>
                </a:cubicBezTo>
                <a:lnTo>
                  <a:pt x="39688" y="104180"/>
                </a:lnTo>
                <a:cubicBezTo>
                  <a:pt x="39688" y="104645"/>
                  <a:pt x="39688" y="105141"/>
                  <a:pt x="39719" y="105606"/>
                </a:cubicBezTo>
                <a:lnTo>
                  <a:pt x="20960" y="87747"/>
                </a:lnTo>
                <a:cubicBezTo>
                  <a:pt x="15999" y="83034"/>
                  <a:pt x="8155" y="83220"/>
                  <a:pt x="3411" y="88181"/>
                </a:cubicBezTo>
                <a:cubicBezTo>
                  <a:pt x="-1333" y="93142"/>
                  <a:pt x="-1116" y="100986"/>
                  <a:pt x="3845" y="105730"/>
                </a:cubicBezTo>
                <a:lnTo>
                  <a:pt x="38695" y="138906"/>
                </a:lnTo>
                <a:cubicBezTo>
                  <a:pt x="52059" y="151650"/>
                  <a:pt x="69825" y="158750"/>
                  <a:pt x="88305" y="158750"/>
                </a:cubicBezTo>
                <a:lnTo>
                  <a:pt x="94258" y="158750"/>
                </a:lnTo>
                <a:cubicBezTo>
                  <a:pt x="124396" y="158750"/>
                  <a:pt x="148828" y="134317"/>
                  <a:pt x="148828" y="104180"/>
                </a:cubicBezTo>
                <a:lnTo>
                  <a:pt x="148828" y="39688"/>
                </a:lnTo>
                <a:cubicBezTo>
                  <a:pt x="148828" y="34199"/>
                  <a:pt x="144394" y="29766"/>
                  <a:pt x="138906" y="29766"/>
                </a:cubicBezTo>
                <a:cubicBezTo>
                  <a:pt x="133418" y="29766"/>
                  <a:pt x="128984" y="34199"/>
                  <a:pt x="128984" y="39688"/>
                </a:cubicBezTo>
                <a:lnTo>
                  <a:pt x="128984" y="74414"/>
                </a:lnTo>
                <a:cubicBezTo>
                  <a:pt x="128984" y="77143"/>
                  <a:pt x="126752" y="79375"/>
                  <a:pt x="124023" y="79375"/>
                </a:cubicBezTo>
                <a:cubicBezTo>
                  <a:pt x="121295" y="79375"/>
                  <a:pt x="119062" y="77143"/>
                  <a:pt x="119062" y="74414"/>
                </a:cubicBezTo>
                <a:lnTo>
                  <a:pt x="119062" y="19844"/>
                </a:lnTo>
                <a:cubicBezTo>
                  <a:pt x="119062" y="14356"/>
                  <a:pt x="114629" y="9922"/>
                  <a:pt x="109141" y="9922"/>
                </a:cubicBezTo>
                <a:cubicBezTo>
                  <a:pt x="103653" y="9922"/>
                  <a:pt x="99219" y="14356"/>
                  <a:pt x="99219" y="19844"/>
                </a:cubicBezTo>
                <a:lnTo>
                  <a:pt x="99219" y="74414"/>
                </a:lnTo>
                <a:cubicBezTo>
                  <a:pt x="99219" y="77143"/>
                  <a:pt x="96986" y="79375"/>
                  <a:pt x="94258" y="79375"/>
                </a:cubicBezTo>
                <a:cubicBezTo>
                  <a:pt x="91529" y="79375"/>
                  <a:pt x="89297" y="77143"/>
                  <a:pt x="89297" y="74414"/>
                </a:cubicBezTo>
                <a:lnTo>
                  <a:pt x="89297" y="9922"/>
                </a:ln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42" name="Text 40"/>
          <p:cNvSpPr/>
          <p:nvPr/>
        </p:nvSpPr>
        <p:spPr>
          <a:xfrm>
            <a:off x="6554787" y="1466852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21-Point Landmark Model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6350" y="1816102"/>
            <a:ext cx="5349875" cy="6199188"/>
          </a:xfrm>
          <a:custGeom>
            <a:avLst/>
            <a:gdLst/>
            <a:ahLst/>
            <a:cxnLst/>
            <a:rect l="l" t="t" r="r" b="b"/>
            <a:pathLst>
              <a:path w="5349875" h="6199188">
                <a:moveTo>
                  <a:pt x="63503" y="0"/>
                </a:moveTo>
                <a:lnTo>
                  <a:pt x="5286372" y="0"/>
                </a:lnTo>
                <a:cubicBezTo>
                  <a:pt x="5321444" y="0"/>
                  <a:pt x="5349875" y="28431"/>
                  <a:pt x="5349875" y="63503"/>
                </a:cubicBezTo>
                <a:lnTo>
                  <a:pt x="5349875" y="6135684"/>
                </a:lnTo>
                <a:cubicBezTo>
                  <a:pt x="5349875" y="6170756"/>
                  <a:pt x="5321444" y="6199188"/>
                  <a:pt x="5286372" y="6199188"/>
                </a:cubicBezTo>
                <a:lnTo>
                  <a:pt x="63503" y="6199188"/>
                </a:lnTo>
                <a:cubicBezTo>
                  <a:pt x="28431" y="6199188"/>
                  <a:pt x="0" y="6170756"/>
                  <a:pt x="0" y="6135684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66" r="166" t="0" b="0"/>
          <a:stretch/>
        </p:blipFill>
        <p:spPr>
          <a:xfrm>
            <a:off x="6483350" y="1943102"/>
            <a:ext cx="5095875" cy="5945188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6356350" y="8145960"/>
            <a:ext cx="1738313" cy="476250"/>
          </a:xfrm>
          <a:custGeom>
            <a:avLst/>
            <a:gdLst/>
            <a:ahLst/>
            <a:cxnLst/>
            <a:rect l="l" t="t" r="r" b="b"/>
            <a:pathLst>
              <a:path w="1738313" h="476250">
                <a:moveTo>
                  <a:pt x="31752" y="0"/>
                </a:moveTo>
                <a:lnTo>
                  <a:pt x="1706561" y="0"/>
                </a:lnTo>
                <a:cubicBezTo>
                  <a:pt x="1724097" y="0"/>
                  <a:pt x="1738312" y="14216"/>
                  <a:pt x="1738312" y="31752"/>
                </a:cubicBezTo>
                <a:lnTo>
                  <a:pt x="1738313" y="444498"/>
                </a:lnTo>
                <a:cubicBezTo>
                  <a:pt x="1738312" y="462034"/>
                  <a:pt x="1724097" y="476250"/>
                  <a:pt x="1706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380162" y="8209460"/>
            <a:ext cx="169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96037" y="8431710"/>
            <a:ext cx="1658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Landmarks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161834" y="8145960"/>
            <a:ext cx="1738313" cy="476250"/>
          </a:xfrm>
          <a:custGeom>
            <a:avLst/>
            <a:gdLst/>
            <a:ahLst/>
            <a:cxnLst/>
            <a:rect l="l" t="t" r="r" b="b"/>
            <a:pathLst>
              <a:path w="1738313" h="476250">
                <a:moveTo>
                  <a:pt x="31752" y="0"/>
                </a:moveTo>
                <a:lnTo>
                  <a:pt x="1706561" y="0"/>
                </a:lnTo>
                <a:cubicBezTo>
                  <a:pt x="1724097" y="0"/>
                  <a:pt x="1738312" y="14216"/>
                  <a:pt x="1738312" y="31752"/>
                </a:cubicBezTo>
                <a:lnTo>
                  <a:pt x="1738313" y="444498"/>
                </a:lnTo>
                <a:cubicBezTo>
                  <a:pt x="1738312" y="462034"/>
                  <a:pt x="1724097" y="476250"/>
                  <a:pt x="1706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8185647" y="8209460"/>
            <a:ext cx="169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201522" y="8431710"/>
            <a:ext cx="1658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967317" y="8145960"/>
            <a:ext cx="1738313" cy="476250"/>
          </a:xfrm>
          <a:custGeom>
            <a:avLst/>
            <a:gdLst/>
            <a:ahLst/>
            <a:cxnLst/>
            <a:rect l="l" t="t" r="r" b="b"/>
            <a:pathLst>
              <a:path w="1738313" h="476250">
                <a:moveTo>
                  <a:pt x="31752" y="0"/>
                </a:moveTo>
                <a:lnTo>
                  <a:pt x="1706561" y="0"/>
                </a:lnTo>
                <a:cubicBezTo>
                  <a:pt x="1724097" y="0"/>
                  <a:pt x="1738312" y="14216"/>
                  <a:pt x="1738312" y="31752"/>
                </a:cubicBezTo>
                <a:lnTo>
                  <a:pt x="1738313" y="444498"/>
                </a:lnTo>
                <a:cubicBezTo>
                  <a:pt x="1738312" y="462034"/>
                  <a:pt x="1724097" y="476250"/>
                  <a:pt x="170656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224C87">
              <a:alpha val="2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9991129" y="8209460"/>
            <a:ext cx="169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95.7%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007004" y="8431710"/>
            <a:ext cx="1658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194425" y="8917387"/>
            <a:ext cx="5673725" cy="1720850"/>
          </a:xfrm>
          <a:custGeom>
            <a:avLst/>
            <a:gdLst/>
            <a:ahLst/>
            <a:cxnLst/>
            <a:rect l="l" t="t" r="r" b="b"/>
            <a:pathLst>
              <a:path w="5673725" h="1720850">
                <a:moveTo>
                  <a:pt x="95249" y="0"/>
                </a:moveTo>
                <a:lnTo>
                  <a:pt x="5578476" y="0"/>
                </a:lnTo>
                <a:cubicBezTo>
                  <a:pt x="5631081" y="0"/>
                  <a:pt x="5673725" y="42644"/>
                  <a:pt x="5673725" y="95249"/>
                </a:cubicBezTo>
                <a:lnTo>
                  <a:pt x="5673725" y="1625601"/>
                </a:lnTo>
                <a:cubicBezTo>
                  <a:pt x="5673725" y="1678206"/>
                  <a:pt x="5631081" y="1720850"/>
                  <a:pt x="5578476" y="1720850"/>
                </a:cubicBezTo>
                <a:lnTo>
                  <a:pt x="95249" y="1720850"/>
                </a:lnTo>
                <a:cubicBezTo>
                  <a:pt x="42644" y="1720850"/>
                  <a:pt x="0" y="1678206"/>
                  <a:pt x="0" y="162560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rotWithShape="1" flip="none">
            <a:gsLst>
              <a:gs pos="0">
                <a:srgbClr val="DA3832">
                  <a:alpha val="30000"/>
                </a:srgbClr>
              </a:gs>
              <a:gs pos="100000">
                <a:srgbClr val="224C87">
                  <a:alpha val="30000"/>
                </a:srgbClr>
              </a:gs>
            </a:gsLst>
            <a:lin ang="2700000" scaled="1"/>
          </a:gradFill>
          <a:ln w="10160">
            <a:solidFill>
              <a:srgbClr val="DA3832">
                <a:alpha val="4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376194" y="911106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56" name="Text 53"/>
          <p:cNvSpPr/>
          <p:nvPr/>
        </p:nvSpPr>
        <p:spPr>
          <a:xfrm>
            <a:off x="6554787" y="9079310"/>
            <a:ext cx="523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356350" y="9396810"/>
            <a:ext cx="2627313" cy="635000"/>
          </a:xfrm>
          <a:custGeom>
            <a:avLst/>
            <a:gdLst/>
            <a:ahLst/>
            <a:cxnLst/>
            <a:rect l="l" t="t" r="r" b="b"/>
            <a:pathLst>
              <a:path w="2627313" h="635000">
                <a:moveTo>
                  <a:pt x="63500" y="0"/>
                </a:moveTo>
                <a:lnTo>
                  <a:pt x="2563813" y="0"/>
                </a:lnTo>
                <a:cubicBezTo>
                  <a:pt x="2598859" y="0"/>
                  <a:pt x="2627313" y="28453"/>
                  <a:pt x="2627313" y="63500"/>
                </a:cubicBezTo>
                <a:lnTo>
                  <a:pt x="2627313" y="571500"/>
                </a:lnTo>
                <a:cubicBezTo>
                  <a:pt x="2627313" y="606547"/>
                  <a:pt x="2598859" y="635000"/>
                  <a:pt x="25638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6392069" y="9492060"/>
            <a:ext cx="255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94.1%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23819" y="9777810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9080500" y="9396810"/>
            <a:ext cx="2627313" cy="635000"/>
          </a:xfrm>
          <a:custGeom>
            <a:avLst/>
            <a:gdLst/>
            <a:ahLst/>
            <a:cxnLst/>
            <a:rect l="l" t="t" r="r" b="b"/>
            <a:pathLst>
              <a:path w="2627313" h="635000">
                <a:moveTo>
                  <a:pt x="63500" y="0"/>
                </a:moveTo>
                <a:lnTo>
                  <a:pt x="2563813" y="0"/>
                </a:lnTo>
                <a:cubicBezTo>
                  <a:pt x="2598859" y="0"/>
                  <a:pt x="2627313" y="28453"/>
                  <a:pt x="2627313" y="63500"/>
                </a:cubicBezTo>
                <a:lnTo>
                  <a:pt x="2627313" y="571500"/>
                </a:lnTo>
                <a:cubicBezTo>
                  <a:pt x="2627313" y="606547"/>
                  <a:pt x="2598859" y="635000"/>
                  <a:pt x="25638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9116219" y="9492060"/>
            <a:ext cx="255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9147969" y="9777810"/>
            <a:ext cx="249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FPS on CPU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56350" y="10127060"/>
            <a:ext cx="5349875" cy="349250"/>
          </a:xfrm>
          <a:custGeom>
            <a:avLst/>
            <a:gdLst/>
            <a:ahLst/>
            <a:cxnLst/>
            <a:rect l="l" t="t" r="r" b="b"/>
            <a:pathLst>
              <a:path w="5349875" h="34925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285749"/>
                </a:lnTo>
                <a:cubicBezTo>
                  <a:pt x="5349875" y="320820"/>
                  <a:pt x="5321445" y="349250"/>
                  <a:pt x="5286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6467475" y="1024135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65" name="Text 62"/>
          <p:cNvSpPr/>
          <p:nvPr/>
        </p:nvSpPr>
        <p:spPr>
          <a:xfrm>
            <a:off x="6634162" y="10222310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Invariant: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Works with any hand size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af560ad335ed13adbcad886e5fca36163dd5197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94" r="194" t="0" b="0"/>
          <a:stretch/>
        </p:blipFill>
        <p:spPr>
          <a:xfrm>
            <a:off x="0" y="0"/>
            <a:ext cx="12192000" cy="685953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531"/>
          </a:xfrm>
          <a:custGeom>
            <a:avLst/>
            <a:gdLst/>
            <a:ahLst/>
            <a:cxnLst/>
            <a:rect l="l" t="t" r="r" b="b"/>
            <a:pathLst>
              <a:path w="12192000" h="6859531">
                <a:moveTo>
                  <a:pt x="0" y="0"/>
                </a:moveTo>
                <a:lnTo>
                  <a:pt x="12192000" y="0"/>
                </a:lnTo>
                <a:lnTo>
                  <a:pt x="12192000" y="6859531"/>
                </a:lnTo>
                <a:lnTo>
                  <a:pt x="0" y="685953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95000"/>
                </a:srgbClr>
              </a:gs>
              <a:gs pos="50000">
                <a:srgbClr val="224C87">
                  <a:alpha val="40000"/>
                </a:srgbClr>
              </a:gs>
              <a:gs pos="100000">
                <a:srgbClr val="DA3832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51350" y="-477717"/>
            <a:ext cx="2088891" cy="431171"/>
          </a:xfrm>
          <a:custGeom>
            <a:avLst/>
            <a:gdLst/>
            <a:ahLst/>
            <a:cxnLst/>
            <a:rect l="l" t="t" r="r" b="b"/>
            <a:pathLst>
              <a:path w="2088891" h="431171">
                <a:moveTo>
                  <a:pt x="215585" y="0"/>
                </a:moveTo>
                <a:lnTo>
                  <a:pt x="1873305" y="0"/>
                </a:lnTo>
                <a:cubicBezTo>
                  <a:pt x="1992370" y="0"/>
                  <a:pt x="2088891" y="96521"/>
                  <a:pt x="2088891" y="215585"/>
                </a:cubicBezTo>
                <a:lnTo>
                  <a:pt x="2088891" y="215585"/>
                </a:lnTo>
                <a:cubicBezTo>
                  <a:pt x="2088891" y="334650"/>
                  <a:pt x="1992370" y="431171"/>
                  <a:pt x="1873305" y="431171"/>
                </a:cubicBezTo>
                <a:lnTo>
                  <a:pt x="215585" y="431171"/>
                </a:lnTo>
                <a:cubicBezTo>
                  <a:pt x="96601" y="431171"/>
                  <a:pt x="0" y="334570"/>
                  <a:pt x="0" y="215585"/>
                </a:cubicBezTo>
                <a:lnTo>
                  <a:pt x="0" y="215585"/>
                </a:lnTo>
                <a:cubicBezTo>
                  <a:pt x="0" y="96601"/>
                  <a:pt x="96601" y="0"/>
                  <a:pt x="215585" y="0"/>
                </a:cubicBezTo>
                <a:close/>
              </a:path>
            </a:pathLst>
          </a:custGeom>
          <a:solidFill>
            <a:srgbClr val="DA3832">
              <a:alpha val="20000"/>
            </a:srgbClr>
          </a:solidFill>
          <a:ln w="10160">
            <a:solidFill>
              <a:srgbClr val="DA383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13856" y="-343794"/>
            <a:ext cx="176673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spc="116" kern="0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FOR SOCIAL GOOD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62495" y="152708"/>
            <a:ext cx="6067419" cy="1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63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Breaking Barriers,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63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Building Connections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43936" y="1818594"/>
            <a:ext cx="1306577" cy="32664"/>
          </a:xfrm>
          <a:custGeom>
            <a:avLst/>
            <a:gdLst/>
            <a:ahLst/>
            <a:cxnLst/>
            <a:rect l="l" t="t" r="r" b="b"/>
            <a:pathLst>
              <a:path w="1306577" h="32664">
                <a:moveTo>
                  <a:pt x="0" y="0"/>
                </a:moveTo>
                <a:lnTo>
                  <a:pt x="1306577" y="0"/>
                </a:lnTo>
                <a:lnTo>
                  <a:pt x="1306577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224C87"/>
              </a:gs>
              <a:gs pos="100000">
                <a:srgbClr val="DA3832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2389914" y="2373889"/>
            <a:ext cx="7414827" cy="955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43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Gesture AI represents more than technology—it's a </a:t>
            </a:r>
            <a:pPr algn="ctr">
              <a:lnSpc>
                <a:spcPct val="140000"/>
              </a:lnSpc>
            </a:pPr>
            <a:r>
              <a:rPr lang="en-US" sz="1543" b="1" dirty="0">
                <a:solidFill>
                  <a:srgbClr val="DA38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to human connection</a:t>
            </a:r>
            <a:pPr algn="ctr">
              <a:lnSpc>
                <a:spcPct val="140000"/>
              </a:lnSpc>
            </a:pPr>
            <a:r>
              <a:rPr lang="en-US" sz="1543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By leveraging cutting-edge AI to break down communication barriers, we're creating a more inclusive world where </a:t>
            </a:r>
            <a:pPr algn="ctr">
              <a:lnSpc>
                <a:spcPct val="140000"/>
              </a:lnSpc>
            </a:pPr>
            <a:r>
              <a:rPr lang="en-US" sz="1543" b="1" dirty="0">
                <a:solidFill>
                  <a:srgbClr val="224C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everyone's voice can be heard</a:t>
            </a:r>
            <a:pPr algn="ctr">
              <a:lnSpc>
                <a:spcPct val="140000"/>
              </a:lnSpc>
            </a:pPr>
            <a:r>
              <a:rPr lang="en-US" sz="1543" dirty="0">
                <a:solidFill>
                  <a:srgbClr val="E5E5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42177" y="3659235"/>
            <a:ext cx="2260379" cy="1541761"/>
          </a:xfrm>
          <a:custGeom>
            <a:avLst/>
            <a:gdLst/>
            <a:ahLst/>
            <a:cxnLst/>
            <a:rect l="l" t="t" r="r" b="b"/>
            <a:pathLst>
              <a:path w="2260379" h="1541761">
                <a:moveTo>
                  <a:pt x="97994" y="0"/>
                </a:moveTo>
                <a:lnTo>
                  <a:pt x="2162384" y="0"/>
                </a:lnTo>
                <a:cubicBezTo>
                  <a:pt x="2216505" y="0"/>
                  <a:pt x="2260379" y="43874"/>
                  <a:pt x="2260379" y="97994"/>
                </a:cubicBezTo>
                <a:lnTo>
                  <a:pt x="2260379" y="1443767"/>
                </a:lnTo>
                <a:cubicBezTo>
                  <a:pt x="2260379" y="1497888"/>
                  <a:pt x="2216505" y="1541761"/>
                  <a:pt x="2162384" y="1541761"/>
                </a:cubicBezTo>
                <a:lnTo>
                  <a:pt x="97994" y="1541761"/>
                </a:lnTo>
                <a:cubicBezTo>
                  <a:pt x="43874" y="1541761"/>
                  <a:pt x="0" y="1497888"/>
                  <a:pt x="0" y="1443767"/>
                </a:cubicBezTo>
                <a:lnTo>
                  <a:pt x="0" y="97994"/>
                </a:lnTo>
                <a:cubicBezTo>
                  <a:pt x="0" y="43874"/>
                  <a:pt x="43874" y="0"/>
                  <a:pt x="97994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4254" y="3858486"/>
            <a:ext cx="293980" cy="293980"/>
          </a:xfrm>
          <a:custGeom>
            <a:avLst/>
            <a:gdLst/>
            <a:ahLst/>
            <a:cxnLst/>
            <a:rect l="l" t="t" r="r" b="b"/>
            <a:pathLst>
              <a:path w="293980" h="293980">
                <a:moveTo>
                  <a:pt x="138377" y="50011"/>
                </a:moveTo>
                <a:lnTo>
                  <a:pt x="146990" y="61897"/>
                </a:lnTo>
                <a:lnTo>
                  <a:pt x="155603" y="50011"/>
                </a:lnTo>
                <a:cubicBezTo>
                  <a:pt x="169957" y="30144"/>
                  <a:pt x="193039" y="18374"/>
                  <a:pt x="217557" y="18374"/>
                </a:cubicBezTo>
                <a:cubicBezTo>
                  <a:pt x="259759" y="18374"/>
                  <a:pt x="293980" y="52595"/>
                  <a:pt x="293980" y="94797"/>
                </a:cubicBezTo>
                <a:lnTo>
                  <a:pt x="293980" y="96290"/>
                </a:lnTo>
                <a:cubicBezTo>
                  <a:pt x="293980" y="160713"/>
                  <a:pt x="213652" y="235528"/>
                  <a:pt x="171737" y="267510"/>
                </a:cubicBezTo>
                <a:cubicBezTo>
                  <a:pt x="164617" y="272908"/>
                  <a:pt x="155890" y="275606"/>
                  <a:pt x="146990" y="275606"/>
                </a:cubicBezTo>
                <a:cubicBezTo>
                  <a:pt x="138090" y="275606"/>
                  <a:pt x="129305" y="272965"/>
                  <a:pt x="122243" y="267510"/>
                </a:cubicBezTo>
                <a:cubicBezTo>
                  <a:pt x="80328" y="235528"/>
                  <a:pt x="0" y="160713"/>
                  <a:pt x="0" y="96290"/>
                </a:cubicBezTo>
                <a:lnTo>
                  <a:pt x="0" y="94797"/>
                </a:lnTo>
                <a:cubicBezTo>
                  <a:pt x="0" y="52595"/>
                  <a:pt x="34221" y="18374"/>
                  <a:pt x="76423" y="18374"/>
                </a:cubicBezTo>
                <a:cubicBezTo>
                  <a:pt x="100941" y="18374"/>
                  <a:pt x="124023" y="30144"/>
                  <a:pt x="138377" y="50011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1" name="Text 8"/>
          <p:cNvSpPr/>
          <p:nvPr/>
        </p:nvSpPr>
        <p:spPr>
          <a:xfrm>
            <a:off x="2580184" y="4250459"/>
            <a:ext cx="1984364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466M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608765" y="4609768"/>
            <a:ext cx="1927202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with disabilities worldwide who could benefit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68158" y="3659235"/>
            <a:ext cx="2260379" cy="1541761"/>
          </a:xfrm>
          <a:custGeom>
            <a:avLst/>
            <a:gdLst/>
            <a:ahLst/>
            <a:cxnLst/>
            <a:rect l="l" t="t" r="r" b="b"/>
            <a:pathLst>
              <a:path w="2260379" h="1541761">
                <a:moveTo>
                  <a:pt x="97994" y="0"/>
                </a:moveTo>
                <a:lnTo>
                  <a:pt x="2162384" y="0"/>
                </a:lnTo>
                <a:cubicBezTo>
                  <a:pt x="2216505" y="0"/>
                  <a:pt x="2260379" y="43874"/>
                  <a:pt x="2260379" y="97994"/>
                </a:cubicBezTo>
                <a:lnTo>
                  <a:pt x="2260379" y="1443767"/>
                </a:lnTo>
                <a:cubicBezTo>
                  <a:pt x="2260379" y="1497888"/>
                  <a:pt x="2216505" y="1541761"/>
                  <a:pt x="2162384" y="1541761"/>
                </a:cubicBezTo>
                <a:lnTo>
                  <a:pt x="97994" y="1541761"/>
                </a:lnTo>
                <a:cubicBezTo>
                  <a:pt x="43874" y="1541761"/>
                  <a:pt x="0" y="1497888"/>
                  <a:pt x="0" y="1443767"/>
                </a:cubicBezTo>
                <a:lnTo>
                  <a:pt x="0" y="97994"/>
                </a:lnTo>
                <a:cubicBezTo>
                  <a:pt x="0" y="43874"/>
                  <a:pt x="43874" y="0"/>
                  <a:pt x="97994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DA3832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31861" y="3858486"/>
            <a:ext cx="330727" cy="293980"/>
          </a:xfrm>
          <a:custGeom>
            <a:avLst/>
            <a:gdLst/>
            <a:ahLst/>
            <a:cxnLst/>
            <a:rect l="l" t="t" r="r" b="b"/>
            <a:pathLst>
              <a:path w="330727" h="293980">
                <a:moveTo>
                  <a:pt x="154397" y="30546"/>
                </a:moveTo>
                <a:lnTo>
                  <a:pt x="87448" y="104960"/>
                </a:lnTo>
                <a:cubicBezTo>
                  <a:pt x="84806" y="107888"/>
                  <a:pt x="84921" y="112424"/>
                  <a:pt x="87735" y="115238"/>
                </a:cubicBezTo>
                <a:cubicBezTo>
                  <a:pt x="105247" y="132750"/>
                  <a:pt x="133669" y="132750"/>
                  <a:pt x="151181" y="115238"/>
                </a:cubicBezTo>
                <a:lnTo>
                  <a:pt x="169440" y="96979"/>
                </a:lnTo>
                <a:cubicBezTo>
                  <a:pt x="171852" y="94567"/>
                  <a:pt x="174895" y="93247"/>
                  <a:pt x="177996" y="93017"/>
                </a:cubicBezTo>
                <a:cubicBezTo>
                  <a:pt x="181900" y="92673"/>
                  <a:pt x="185919" y="93993"/>
                  <a:pt x="188905" y="96979"/>
                </a:cubicBezTo>
                <a:lnTo>
                  <a:pt x="290305" y="197518"/>
                </a:lnTo>
                <a:lnTo>
                  <a:pt x="330727" y="165364"/>
                </a:lnTo>
                <a:lnTo>
                  <a:pt x="330727" y="0"/>
                </a:lnTo>
                <a:lnTo>
                  <a:pt x="266419" y="36747"/>
                </a:lnTo>
                <a:lnTo>
                  <a:pt x="252754" y="27618"/>
                </a:lnTo>
                <a:cubicBezTo>
                  <a:pt x="243682" y="21589"/>
                  <a:pt x="233059" y="18374"/>
                  <a:pt x="222150" y="18374"/>
                </a:cubicBezTo>
                <a:lnTo>
                  <a:pt x="181728" y="18374"/>
                </a:lnTo>
                <a:cubicBezTo>
                  <a:pt x="181096" y="18374"/>
                  <a:pt x="180407" y="18374"/>
                  <a:pt x="179776" y="18431"/>
                </a:cubicBezTo>
                <a:cubicBezTo>
                  <a:pt x="170072" y="18948"/>
                  <a:pt x="160943" y="23312"/>
                  <a:pt x="154397" y="30546"/>
                </a:cubicBezTo>
                <a:close/>
                <a:moveTo>
                  <a:pt x="66949" y="86529"/>
                </a:moveTo>
                <a:lnTo>
                  <a:pt x="128272" y="18374"/>
                </a:lnTo>
                <a:lnTo>
                  <a:pt x="105534" y="18374"/>
                </a:lnTo>
                <a:cubicBezTo>
                  <a:pt x="90893" y="18374"/>
                  <a:pt x="76883" y="24173"/>
                  <a:pt x="66547" y="34508"/>
                </a:cubicBezTo>
                <a:lnTo>
                  <a:pt x="0" y="110242"/>
                </a:lnTo>
                <a:lnTo>
                  <a:pt x="0" y="312354"/>
                </a:lnTo>
                <a:lnTo>
                  <a:pt x="82682" y="234265"/>
                </a:lnTo>
                <a:lnTo>
                  <a:pt x="89802" y="240179"/>
                </a:lnTo>
                <a:cubicBezTo>
                  <a:pt x="103008" y="251204"/>
                  <a:pt x="119659" y="257232"/>
                  <a:pt x="136827" y="257232"/>
                </a:cubicBezTo>
                <a:lnTo>
                  <a:pt x="145842" y="257232"/>
                </a:lnTo>
                <a:lnTo>
                  <a:pt x="141822" y="253213"/>
                </a:lnTo>
                <a:cubicBezTo>
                  <a:pt x="136425" y="247816"/>
                  <a:pt x="136425" y="239088"/>
                  <a:pt x="141822" y="233748"/>
                </a:cubicBezTo>
                <a:cubicBezTo>
                  <a:pt x="147220" y="228409"/>
                  <a:pt x="155947" y="228351"/>
                  <a:pt x="161287" y="233748"/>
                </a:cubicBezTo>
                <a:lnTo>
                  <a:pt x="184828" y="257290"/>
                </a:lnTo>
                <a:lnTo>
                  <a:pt x="189996" y="257290"/>
                </a:lnTo>
                <a:cubicBezTo>
                  <a:pt x="200963" y="257290"/>
                  <a:pt x="211700" y="254821"/>
                  <a:pt x="221461" y="250227"/>
                </a:cubicBezTo>
                <a:lnTo>
                  <a:pt x="206130" y="234839"/>
                </a:lnTo>
                <a:cubicBezTo>
                  <a:pt x="200733" y="229442"/>
                  <a:pt x="200733" y="220715"/>
                  <a:pt x="206130" y="215375"/>
                </a:cubicBezTo>
                <a:cubicBezTo>
                  <a:pt x="211528" y="210035"/>
                  <a:pt x="220255" y="209977"/>
                  <a:pt x="225595" y="215375"/>
                </a:cubicBezTo>
                <a:lnTo>
                  <a:pt x="243969" y="233748"/>
                </a:lnTo>
                <a:lnTo>
                  <a:pt x="254017" y="223700"/>
                </a:lnTo>
                <a:cubicBezTo>
                  <a:pt x="259127" y="218590"/>
                  <a:pt x="260620" y="211183"/>
                  <a:pt x="258381" y="204695"/>
                </a:cubicBezTo>
                <a:lnTo>
                  <a:pt x="179201" y="126147"/>
                </a:lnTo>
                <a:lnTo>
                  <a:pt x="170646" y="134703"/>
                </a:lnTo>
                <a:cubicBezTo>
                  <a:pt x="142339" y="163010"/>
                  <a:pt x="96520" y="163010"/>
                  <a:pt x="68213" y="134703"/>
                </a:cubicBezTo>
                <a:cubicBezTo>
                  <a:pt x="55006" y="121496"/>
                  <a:pt x="54490" y="100309"/>
                  <a:pt x="66949" y="86471"/>
                </a:cubicBezTo>
                <a:close/>
              </a:path>
            </a:pathLst>
          </a:custGeom>
          <a:solidFill>
            <a:srgbClr val="224C87"/>
          </a:solidFill>
          <a:ln/>
        </p:spPr>
      </p:sp>
      <p:sp>
        <p:nvSpPr>
          <p:cNvPr id="15" name="Text 12"/>
          <p:cNvSpPr/>
          <p:nvPr/>
        </p:nvSpPr>
        <p:spPr>
          <a:xfrm>
            <a:off x="5106166" y="4250459"/>
            <a:ext cx="1984364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34747" y="4609768"/>
            <a:ext cx="1927202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and accessible to everyone, everywhere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94242" y="3659235"/>
            <a:ext cx="2260379" cy="1541761"/>
          </a:xfrm>
          <a:custGeom>
            <a:avLst/>
            <a:gdLst/>
            <a:ahLst/>
            <a:cxnLst/>
            <a:rect l="l" t="t" r="r" b="b"/>
            <a:pathLst>
              <a:path w="2260379" h="1541761">
                <a:moveTo>
                  <a:pt x="97994" y="0"/>
                </a:moveTo>
                <a:lnTo>
                  <a:pt x="2162384" y="0"/>
                </a:lnTo>
                <a:cubicBezTo>
                  <a:pt x="2216505" y="0"/>
                  <a:pt x="2260379" y="43874"/>
                  <a:pt x="2260379" y="97994"/>
                </a:cubicBezTo>
                <a:lnTo>
                  <a:pt x="2260379" y="1443767"/>
                </a:lnTo>
                <a:cubicBezTo>
                  <a:pt x="2260379" y="1497888"/>
                  <a:pt x="2216505" y="1541761"/>
                  <a:pt x="2162384" y="1541761"/>
                </a:cubicBezTo>
                <a:lnTo>
                  <a:pt x="97994" y="1541761"/>
                </a:lnTo>
                <a:cubicBezTo>
                  <a:pt x="43874" y="1541761"/>
                  <a:pt x="0" y="1497888"/>
                  <a:pt x="0" y="1443767"/>
                </a:cubicBezTo>
                <a:lnTo>
                  <a:pt x="0" y="97994"/>
                </a:lnTo>
                <a:cubicBezTo>
                  <a:pt x="0" y="43874"/>
                  <a:pt x="43874" y="0"/>
                  <a:pt x="97994" y="0"/>
                </a:cubicBezTo>
                <a:close/>
              </a:path>
            </a:pathLst>
          </a:custGeom>
          <a:solidFill>
            <a:srgbClr val="333333">
              <a:alpha val="40000"/>
            </a:srgbClr>
          </a:solidFill>
          <a:ln w="10160">
            <a:solidFill>
              <a:srgbClr val="224C87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39571" y="3858486"/>
            <a:ext cx="367475" cy="293980"/>
          </a:xfrm>
          <a:custGeom>
            <a:avLst/>
            <a:gdLst/>
            <a:ahLst/>
            <a:cxnLst/>
            <a:rect l="l" t="t" r="r" b="b"/>
            <a:pathLst>
              <a:path w="367475" h="293980">
                <a:moveTo>
                  <a:pt x="0" y="146990"/>
                </a:moveTo>
                <a:cubicBezTo>
                  <a:pt x="0" y="96232"/>
                  <a:pt x="41111" y="55121"/>
                  <a:pt x="91869" y="55121"/>
                </a:cubicBezTo>
                <a:cubicBezTo>
                  <a:pt x="120807" y="55121"/>
                  <a:pt x="148023" y="68729"/>
                  <a:pt x="165364" y="91869"/>
                </a:cubicBezTo>
                <a:lnTo>
                  <a:pt x="183737" y="116386"/>
                </a:lnTo>
                <a:lnTo>
                  <a:pt x="202111" y="91869"/>
                </a:lnTo>
                <a:cubicBezTo>
                  <a:pt x="219451" y="68729"/>
                  <a:pt x="246668" y="55121"/>
                  <a:pt x="275606" y="55121"/>
                </a:cubicBezTo>
                <a:cubicBezTo>
                  <a:pt x="326364" y="55121"/>
                  <a:pt x="367475" y="96232"/>
                  <a:pt x="367475" y="146990"/>
                </a:cubicBezTo>
                <a:cubicBezTo>
                  <a:pt x="367475" y="197747"/>
                  <a:pt x="326364" y="238859"/>
                  <a:pt x="275606" y="238859"/>
                </a:cubicBezTo>
                <a:cubicBezTo>
                  <a:pt x="246668" y="238859"/>
                  <a:pt x="219451" y="225251"/>
                  <a:pt x="202111" y="202111"/>
                </a:cubicBezTo>
                <a:lnTo>
                  <a:pt x="183737" y="177594"/>
                </a:lnTo>
                <a:lnTo>
                  <a:pt x="165364" y="202111"/>
                </a:lnTo>
                <a:cubicBezTo>
                  <a:pt x="148023" y="225251"/>
                  <a:pt x="120807" y="238859"/>
                  <a:pt x="91869" y="238859"/>
                </a:cubicBezTo>
                <a:cubicBezTo>
                  <a:pt x="41111" y="238859"/>
                  <a:pt x="0" y="197747"/>
                  <a:pt x="0" y="146990"/>
                </a:cubicBezTo>
                <a:close/>
                <a:moveTo>
                  <a:pt x="160770" y="146990"/>
                </a:moveTo>
                <a:lnTo>
                  <a:pt x="135966" y="113917"/>
                </a:lnTo>
                <a:cubicBezTo>
                  <a:pt x="125573" y="100022"/>
                  <a:pt x="109209" y="91869"/>
                  <a:pt x="91869" y="91869"/>
                </a:cubicBezTo>
                <a:cubicBezTo>
                  <a:pt x="61437" y="91869"/>
                  <a:pt x="36747" y="116558"/>
                  <a:pt x="36747" y="146990"/>
                </a:cubicBezTo>
                <a:cubicBezTo>
                  <a:pt x="36747" y="177421"/>
                  <a:pt x="61437" y="202111"/>
                  <a:pt x="91869" y="202111"/>
                </a:cubicBezTo>
                <a:cubicBezTo>
                  <a:pt x="109209" y="202111"/>
                  <a:pt x="125573" y="193958"/>
                  <a:pt x="135966" y="180063"/>
                </a:cubicBezTo>
                <a:lnTo>
                  <a:pt x="160770" y="146990"/>
                </a:lnTo>
                <a:close/>
                <a:moveTo>
                  <a:pt x="206705" y="146990"/>
                </a:moveTo>
                <a:lnTo>
                  <a:pt x="231509" y="180063"/>
                </a:lnTo>
                <a:cubicBezTo>
                  <a:pt x="241902" y="193958"/>
                  <a:pt x="258266" y="202111"/>
                  <a:pt x="275606" y="202111"/>
                </a:cubicBezTo>
                <a:cubicBezTo>
                  <a:pt x="306038" y="202111"/>
                  <a:pt x="330727" y="177421"/>
                  <a:pt x="330727" y="146990"/>
                </a:cubicBezTo>
                <a:cubicBezTo>
                  <a:pt x="330727" y="116558"/>
                  <a:pt x="306038" y="91869"/>
                  <a:pt x="275606" y="91869"/>
                </a:cubicBezTo>
                <a:cubicBezTo>
                  <a:pt x="258266" y="91869"/>
                  <a:pt x="241902" y="100022"/>
                  <a:pt x="231509" y="113917"/>
                </a:cubicBezTo>
                <a:lnTo>
                  <a:pt x="206705" y="146990"/>
                </a:ln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19" name="Text 16"/>
          <p:cNvSpPr/>
          <p:nvPr/>
        </p:nvSpPr>
        <p:spPr>
          <a:xfrm>
            <a:off x="7632249" y="4250459"/>
            <a:ext cx="1984364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∞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60831" y="4609768"/>
            <a:ext cx="1927202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Possibilities for inclusive communication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964808" y="5534174"/>
            <a:ext cx="6261772" cy="1280446"/>
          </a:xfrm>
          <a:custGeom>
            <a:avLst/>
            <a:gdLst/>
            <a:ahLst/>
            <a:cxnLst/>
            <a:rect l="l" t="t" r="r" b="b"/>
            <a:pathLst>
              <a:path w="6261772" h="1280446">
                <a:moveTo>
                  <a:pt x="130657" y="0"/>
                </a:moveTo>
                <a:lnTo>
                  <a:pt x="6131115" y="0"/>
                </a:lnTo>
                <a:cubicBezTo>
                  <a:pt x="6203275" y="0"/>
                  <a:pt x="6261772" y="58497"/>
                  <a:pt x="6261772" y="130657"/>
                </a:cubicBezTo>
                <a:lnTo>
                  <a:pt x="6261772" y="1149789"/>
                </a:lnTo>
                <a:cubicBezTo>
                  <a:pt x="6261772" y="1221949"/>
                  <a:pt x="6203275" y="1280446"/>
                  <a:pt x="6131115" y="1280446"/>
                </a:cubicBezTo>
                <a:lnTo>
                  <a:pt x="130657" y="1280446"/>
                </a:lnTo>
                <a:cubicBezTo>
                  <a:pt x="58545" y="1280446"/>
                  <a:pt x="0" y="1221901"/>
                  <a:pt x="0" y="1149789"/>
                </a:cubicBezTo>
                <a:lnTo>
                  <a:pt x="0" y="130657"/>
                </a:lnTo>
                <a:cubicBezTo>
                  <a:pt x="0" y="58545"/>
                  <a:pt x="58545" y="0"/>
                  <a:pt x="130657" y="0"/>
                </a:cubicBezTo>
                <a:close/>
              </a:path>
            </a:pathLst>
          </a:custGeom>
          <a:gradFill rotWithShape="1" flip="none">
            <a:gsLst>
              <a:gs pos="0">
                <a:srgbClr val="224C87">
                  <a:alpha val="30000"/>
                </a:srgbClr>
              </a:gs>
              <a:gs pos="100000">
                <a:srgbClr val="DA3832">
                  <a:alpha val="30000"/>
                </a:srgbClr>
              </a:gs>
            </a:gsLst>
            <a:lin ang="0" scaled="1"/>
          </a:gradFill>
          <a:ln w="10160">
            <a:solidFill>
              <a:srgbClr val="224C87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33473" y="5733426"/>
            <a:ext cx="5724442" cy="58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future is accessible, and it starts with gestures."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257971" y="6386718"/>
            <a:ext cx="567544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dirty="0">
                <a:solidFill>
                  <a:srgbClr val="E5E5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us in creating a world without communication barriers.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947701" y="714453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66567" y="152119"/>
                </a:moveTo>
                <a:cubicBezTo>
                  <a:pt x="66567" y="152885"/>
                  <a:pt x="65686" y="153497"/>
                  <a:pt x="64576" y="153497"/>
                </a:cubicBezTo>
                <a:cubicBezTo>
                  <a:pt x="63313" y="153612"/>
                  <a:pt x="62432" y="153000"/>
                  <a:pt x="62432" y="152119"/>
                </a:cubicBezTo>
                <a:cubicBezTo>
                  <a:pt x="62432" y="151354"/>
                  <a:pt x="63313" y="150741"/>
                  <a:pt x="64423" y="150741"/>
                </a:cubicBezTo>
                <a:cubicBezTo>
                  <a:pt x="65571" y="150626"/>
                  <a:pt x="66567" y="151239"/>
                  <a:pt x="66567" y="152119"/>
                </a:cubicBezTo>
                <a:close/>
                <a:moveTo>
                  <a:pt x="54662" y="150397"/>
                </a:moveTo>
                <a:cubicBezTo>
                  <a:pt x="54394" y="151162"/>
                  <a:pt x="55160" y="152043"/>
                  <a:pt x="56308" y="152272"/>
                </a:cubicBezTo>
                <a:cubicBezTo>
                  <a:pt x="57303" y="152655"/>
                  <a:pt x="58451" y="152272"/>
                  <a:pt x="58681" y="151507"/>
                </a:cubicBezTo>
                <a:cubicBezTo>
                  <a:pt x="58911" y="150741"/>
                  <a:pt x="58184" y="149861"/>
                  <a:pt x="57035" y="149516"/>
                </a:cubicBezTo>
                <a:cubicBezTo>
                  <a:pt x="56040" y="149248"/>
                  <a:pt x="54930" y="149631"/>
                  <a:pt x="54662" y="150397"/>
                </a:cubicBezTo>
                <a:close/>
                <a:moveTo>
                  <a:pt x="71581" y="149746"/>
                </a:moveTo>
                <a:cubicBezTo>
                  <a:pt x="70471" y="150014"/>
                  <a:pt x="69705" y="150741"/>
                  <a:pt x="69820" y="151622"/>
                </a:cubicBezTo>
                <a:cubicBezTo>
                  <a:pt x="69935" y="152387"/>
                  <a:pt x="70930" y="152885"/>
                  <a:pt x="72079" y="152617"/>
                </a:cubicBezTo>
                <a:cubicBezTo>
                  <a:pt x="73189" y="152349"/>
                  <a:pt x="73954" y="151622"/>
                  <a:pt x="73839" y="150856"/>
                </a:cubicBezTo>
                <a:cubicBezTo>
                  <a:pt x="73725" y="150129"/>
                  <a:pt x="72691" y="149631"/>
                  <a:pt x="71581" y="149746"/>
                </a:cubicBezTo>
                <a:close/>
                <a:moveTo>
                  <a:pt x="96768" y="3062"/>
                </a:moveTo>
                <a:cubicBezTo>
                  <a:pt x="43676" y="3062"/>
                  <a:pt x="3062" y="43370"/>
                  <a:pt x="3062" y="96462"/>
                </a:cubicBezTo>
                <a:cubicBezTo>
                  <a:pt x="3062" y="138913"/>
                  <a:pt x="29781" y="175240"/>
                  <a:pt x="67945" y="188025"/>
                </a:cubicBezTo>
                <a:cubicBezTo>
                  <a:pt x="72844" y="188905"/>
                  <a:pt x="74567" y="185881"/>
                  <a:pt x="74567" y="183393"/>
                </a:cubicBezTo>
                <a:cubicBezTo>
                  <a:pt x="74567" y="181020"/>
                  <a:pt x="74452" y="167928"/>
                  <a:pt x="74452" y="159890"/>
                </a:cubicBezTo>
                <a:cubicBezTo>
                  <a:pt x="74452" y="159890"/>
                  <a:pt x="47657" y="165632"/>
                  <a:pt x="42030" y="148483"/>
                </a:cubicBezTo>
                <a:cubicBezTo>
                  <a:pt x="42030" y="148483"/>
                  <a:pt x="37666" y="137344"/>
                  <a:pt x="31388" y="134473"/>
                </a:cubicBezTo>
                <a:cubicBezTo>
                  <a:pt x="31388" y="134473"/>
                  <a:pt x="22623" y="128463"/>
                  <a:pt x="32001" y="128578"/>
                </a:cubicBezTo>
                <a:cubicBezTo>
                  <a:pt x="32001" y="128578"/>
                  <a:pt x="41532" y="129344"/>
                  <a:pt x="46776" y="138454"/>
                </a:cubicBezTo>
                <a:cubicBezTo>
                  <a:pt x="55160" y="153229"/>
                  <a:pt x="69208" y="148980"/>
                  <a:pt x="74682" y="146454"/>
                </a:cubicBezTo>
                <a:cubicBezTo>
                  <a:pt x="75562" y="140329"/>
                  <a:pt x="78050" y="136081"/>
                  <a:pt x="80806" y="133554"/>
                </a:cubicBezTo>
                <a:cubicBezTo>
                  <a:pt x="59408" y="131181"/>
                  <a:pt x="37819" y="128080"/>
                  <a:pt x="37819" y="91256"/>
                </a:cubicBezTo>
                <a:cubicBezTo>
                  <a:pt x="37819" y="80730"/>
                  <a:pt x="40728" y="75447"/>
                  <a:pt x="46853" y="68710"/>
                </a:cubicBezTo>
                <a:cubicBezTo>
                  <a:pt x="45858" y="66222"/>
                  <a:pt x="42604" y="55963"/>
                  <a:pt x="47848" y="42719"/>
                </a:cubicBezTo>
                <a:cubicBezTo>
                  <a:pt x="55849" y="40231"/>
                  <a:pt x="74261" y="53054"/>
                  <a:pt x="74261" y="53054"/>
                </a:cubicBezTo>
                <a:cubicBezTo>
                  <a:pt x="81916" y="50911"/>
                  <a:pt x="90146" y="49801"/>
                  <a:pt x="98300" y="49801"/>
                </a:cubicBezTo>
                <a:cubicBezTo>
                  <a:pt x="106453" y="49801"/>
                  <a:pt x="114683" y="50911"/>
                  <a:pt x="122339" y="53054"/>
                </a:cubicBezTo>
                <a:cubicBezTo>
                  <a:pt x="122339" y="53054"/>
                  <a:pt x="140751" y="40193"/>
                  <a:pt x="148751" y="42719"/>
                </a:cubicBezTo>
                <a:cubicBezTo>
                  <a:pt x="153995" y="56002"/>
                  <a:pt x="150741" y="66222"/>
                  <a:pt x="149746" y="68710"/>
                </a:cubicBezTo>
                <a:cubicBezTo>
                  <a:pt x="155871" y="75485"/>
                  <a:pt x="159622" y="80768"/>
                  <a:pt x="159622" y="91256"/>
                </a:cubicBezTo>
                <a:cubicBezTo>
                  <a:pt x="159622" y="128195"/>
                  <a:pt x="137076" y="131143"/>
                  <a:pt x="115678" y="133554"/>
                </a:cubicBezTo>
                <a:cubicBezTo>
                  <a:pt x="119200" y="136578"/>
                  <a:pt x="122185" y="142320"/>
                  <a:pt x="122185" y="151315"/>
                </a:cubicBezTo>
                <a:cubicBezTo>
                  <a:pt x="122185" y="164215"/>
                  <a:pt x="122071" y="180178"/>
                  <a:pt x="122071" y="183316"/>
                </a:cubicBezTo>
                <a:cubicBezTo>
                  <a:pt x="122071" y="185804"/>
                  <a:pt x="123831" y="188828"/>
                  <a:pt x="128693" y="187948"/>
                </a:cubicBezTo>
                <a:cubicBezTo>
                  <a:pt x="166971" y="175240"/>
                  <a:pt x="192924" y="138913"/>
                  <a:pt x="192924" y="96462"/>
                </a:cubicBezTo>
                <a:cubicBezTo>
                  <a:pt x="192924" y="43370"/>
                  <a:pt x="149861" y="3062"/>
                  <a:pt x="96768" y="3062"/>
                </a:cubicBezTo>
                <a:close/>
                <a:moveTo>
                  <a:pt x="40269" y="135085"/>
                </a:moveTo>
                <a:cubicBezTo>
                  <a:pt x="39772" y="135468"/>
                  <a:pt x="39886" y="136348"/>
                  <a:pt x="40537" y="137076"/>
                </a:cubicBezTo>
                <a:cubicBezTo>
                  <a:pt x="41150" y="137688"/>
                  <a:pt x="42030" y="137956"/>
                  <a:pt x="42528" y="137459"/>
                </a:cubicBezTo>
                <a:cubicBezTo>
                  <a:pt x="43025" y="137076"/>
                  <a:pt x="42910" y="136195"/>
                  <a:pt x="42260" y="135468"/>
                </a:cubicBezTo>
                <a:cubicBezTo>
                  <a:pt x="41647" y="134856"/>
                  <a:pt x="40767" y="134588"/>
                  <a:pt x="40269" y="135085"/>
                </a:cubicBezTo>
                <a:close/>
                <a:moveTo>
                  <a:pt x="36135" y="131985"/>
                </a:moveTo>
                <a:cubicBezTo>
                  <a:pt x="35867" y="132482"/>
                  <a:pt x="36250" y="133095"/>
                  <a:pt x="37015" y="133478"/>
                </a:cubicBezTo>
                <a:cubicBezTo>
                  <a:pt x="37628" y="133860"/>
                  <a:pt x="38393" y="133746"/>
                  <a:pt x="38661" y="133210"/>
                </a:cubicBezTo>
                <a:cubicBezTo>
                  <a:pt x="38929" y="132712"/>
                  <a:pt x="38547" y="132100"/>
                  <a:pt x="37781" y="131717"/>
                </a:cubicBezTo>
                <a:cubicBezTo>
                  <a:pt x="37015" y="131487"/>
                  <a:pt x="36403" y="131602"/>
                  <a:pt x="36135" y="131985"/>
                </a:cubicBezTo>
                <a:close/>
                <a:moveTo>
                  <a:pt x="48537" y="145612"/>
                </a:moveTo>
                <a:cubicBezTo>
                  <a:pt x="47925" y="146110"/>
                  <a:pt x="48155" y="147258"/>
                  <a:pt x="49035" y="147985"/>
                </a:cubicBezTo>
                <a:cubicBezTo>
                  <a:pt x="49915" y="148866"/>
                  <a:pt x="51025" y="148980"/>
                  <a:pt x="51523" y="148368"/>
                </a:cubicBezTo>
                <a:cubicBezTo>
                  <a:pt x="52021" y="147870"/>
                  <a:pt x="51791" y="146722"/>
                  <a:pt x="51025" y="145995"/>
                </a:cubicBezTo>
                <a:cubicBezTo>
                  <a:pt x="50183" y="145114"/>
                  <a:pt x="49035" y="144999"/>
                  <a:pt x="48537" y="145612"/>
                </a:cubicBezTo>
                <a:close/>
                <a:moveTo>
                  <a:pt x="44174" y="139985"/>
                </a:moveTo>
                <a:cubicBezTo>
                  <a:pt x="43561" y="140368"/>
                  <a:pt x="43561" y="141363"/>
                  <a:pt x="44174" y="142243"/>
                </a:cubicBezTo>
                <a:cubicBezTo>
                  <a:pt x="44786" y="143124"/>
                  <a:pt x="45820" y="143507"/>
                  <a:pt x="46317" y="143124"/>
                </a:cubicBezTo>
                <a:cubicBezTo>
                  <a:pt x="46930" y="142626"/>
                  <a:pt x="46930" y="141631"/>
                  <a:pt x="46317" y="140751"/>
                </a:cubicBezTo>
                <a:cubicBezTo>
                  <a:pt x="45781" y="139870"/>
                  <a:pt x="44786" y="139487"/>
                  <a:pt x="44174" y="139985"/>
                </a:cubicBezTo>
                <a:close/>
              </a:path>
            </a:pathLst>
          </a:custGeom>
          <a:solidFill>
            <a:srgbClr val="E5E5E5">
              <a:alpha val="6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233515" y="7144532"/>
            <a:ext cx="808445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268161" y="7144532"/>
            <a:ext cx="8166" cy="195987"/>
          </a:xfrm>
          <a:custGeom>
            <a:avLst/>
            <a:gdLst/>
            <a:ahLst/>
            <a:cxnLst/>
            <a:rect l="l" t="t" r="r" b="b"/>
            <a:pathLst>
              <a:path w="8166" h="195987">
                <a:moveTo>
                  <a:pt x="0" y="0"/>
                </a:moveTo>
                <a:lnTo>
                  <a:pt x="8166" y="0"/>
                </a:lnTo>
                <a:lnTo>
                  <a:pt x="8166" y="195987"/>
                </a:lnTo>
                <a:lnTo>
                  <a:pt x="0" y="1959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7" name="Shape 24"/>
          <p:cNvSpPr/>
          <p:nvPr/>
        </p:nvSpPr>
        <p:spPr>
          <a:xfrm>
            <a:off x="5562141" y="714453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34703" y="107180"/>
                </a:moveTo>
                <a:lnTo>
                  <a:pt x="61629" y="107180"/>
                </a:lnTo>
                <a:cubicBezTo>
                  <a:pt x="62739" y="131870"/>
                  <a:pt x="68213" y="154607"/>
                  <a:pt x="75983" y="171259"/>
                </a:cubicBezTo>
                <a:cubicBezTo>
                  <a:pt x="80347" y="180637"/>
                  <a:pt x="85055" y="187259"/>
                  <a:pt x="89419" y="191317"/>
                </a:cubicBezTo>
                <a:cubicBezTo>
                  <a:pt x="93706" y="195336"/>
                  <a:pt x="96654" y="195987"/>
                  <a:pt x="98185" y="195987"/>
                </a:cubicBezTo>
                <a:cubicBezTo>
                  <a:pt x="99716" y="195987"/>
                  <a:pt x="102663" y="195336"/>
                  <a:pt x="106951" y="191317"/>
                </a:cubicBezTo>
                <a:cubicBezTo>
                  <a:pt x="111314" y="187259"/>
                  <a:pt x="116023" y="180599"/>
                  <a:pt x="120386" y="171259"/>
                </a:cubicBezTo>
                <a:cubicBezTo>
                  <a:pt x="128157" y="154607"/>
                  <a:pt x="133631" y="131870"/>
                  <a:pt x="134741" y="107180"/>
                </a:cubicBezTo>
                <a:close/>
                <a:moveTo>
                  <a:pt x="61590" y="88806"/>
                </a:moveTo>
                <a:lnTo>
                  <a:pt x="134664" y="88806"/>
                </a:lnTo>
                <a:cubicBezTo>
                  <a:pt x="133592" y="64117"/>
                  <a:pt x="128119" y="41379"/>
                  <a:pt x="120348" y="24728"/>
                </a:cubicBezTo>
                <a:cubicBezTo>
                  <a:pt x="115984" y="15388"/>
                  <a:pt x="111276" y="8728"/>
                  <a:pt x="106912" y="4670"/>
                </a:cubicBezTo>
                <a:cubicBezTo>
                  <a:pt x="102625" y="651"/>
                  <a:pt x="99678" y="0"/>
                  <a:pt x="98146" y="0"/>
                </a:cubicBezTo>
                <a:cubicBezTo>
                  <a:pt x="96615" y="0"/>
                  <a:pt x="93668" y="651"/>
                  <a:pt x="89381" y="4670"/>
                </a:cubicBezTo>
                <a:cubicBezTo>
                  <a:pt x="85017" y="8728"/>
                  <a:pt x="80309" y="15388"/>
                  <a:pt x="75945" y="24728"/>
                </a:cubicBezTo>
                <a:cubicBezTo>
                  <a:pt x="68174" y="41379"/>
                  <a:pt x="62700" y="64117"/>
                  <a:pt x="61590" y="88806"/>
                </a:cubicBezTo>
                <a:close/>
                <a:moveTo>
                  <a:pt x="43217" y="88806"/>
                </a:moveTo>
                <a:cubicBezTo>
                  <a:pt x="44556" y="56040"/>
                  <a:pt x="53016" y="25608"/>
                  <a:pt x="65380" y="5627"/>
                </a:cubicBezTo>
                <a:cubicBezTo>
                  <a:pt x="30125" y="18106"/>
                  <a:pt x="4172" y="50222"/>
                  <a:pt x="574" y="88806"/>
                </a:cubicBezTo>
                <a:lnTo>
                  <a:pt x="43217" y="88806"/>
                </a:lnTo>
                <a:close/>
                <a:moveTo>
                  <a:pt x="574" y="107180"/>
                </a:moveTo>
                <a:cubicBezTo>
                  <a:pt x="4172" y="145765"/>
                  <a:pt x="30125" y="177881"/>
                  <a:pt x="65380" y="190360"/>
                </a:cubicBezTo>
                <a:cubicBezTo>
                  <a:pt x="53016" y="170378"/>
                  <a:pt x="44556" y="139947"/>
                  <a:pt x="43217" y="107180"/>
                </a:cubicBezTo>
                <a:lnTo>
                  <a:pt x="574" y="107180"/>
                </a:lnTo>
                <a:close/>
                <a:moveTo>
                  <a:pt x="153076" y="107180"/>
                </a:moveTo>
                <a:cubicBezTo>
                  <a:pt x="151737" y="139947"/>
                  <a:pt x="143277" y="170378"/>
                  <a:pt x="130913" y="190360"/>
                </a:cubicBezTo>
                <a:cubicBezTo>
                  <a:pt x="166168" y="177843"/>
                  <a:pt x="192120" y="145765"/>
                  <a:pt x="195719" y="107180"/>
                </a:cubicBezTo>
                <a:lnTo>
                  <a:pt x="153076" y="107180"/>
                </a:lnTo>
                <a:close/>
                <a:moveTo>
                  <a:pt x="195719" y="88806"/>
                </a:moveTo>
                <a:cubicBezTo>
                  <a:pt x="192120" y="50222"/>
                  <a:pt x="166168" y="18106"/>
                  <a:pt x="130913" y="5627"/>
                </a:cubicBezTo>
                <a:cubicBezTo>
                  <a:pt x="143277" y="25608"/>
                  <a:pt x="151737" y="56040"/>
                  <a:pt x="153076" y="88806"/>
                </a:cubicBezTo>
                <a:lnTo>
                  <a:pt x="195719" y="88806"/>
                </a:lnTo>
                <a:close/>
              </a:path>
            </a:pathLst>
          </a:custGeom>
          <a:solidFill>
            <a:srgbClr val="E5E5E5">
              <a:alpha val="6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847954" y="7144532"/>
            <a:ext cx="75128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827785" y="7144532"/>
            <a:ext cx="8166" cy="195987"/>
          </a:xfrm>
          <a:custGeom>
            <a:avLst/>
            <a:gdLst/>
            <a:ahLst/>
            <a:cxnLst/>
            <a:rect l="l" t="t" r="r" b="b"/>
            <a:pathLst>
              <a:path w="8166" h="195987">
                <a:moveTo>
                  <a:pt x="0" y="0"/>
                </a:moveTo>
                <a:lnTo>
                  <a:pt x="8166" y="0"/>
                </a:lnTo>
                <a:lnTo>
                  <a:pt x="8166" y="195987"/>
                </a:lnTo>
                <a:lnTo>
                  <a:pt x="0" y="195987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0" name="Shape 27"/>
          <p:cNvSpPr/>
          <p:nvPr/>
        </p:nvSpPr>
        <p:spPr>
          <a:xfrm>
            <a:off x="7121765" y="714453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2252" y="33341"/>
                </a:moveTo>
                <a:lnTo>
                  <a:pt x="97993" y="41264"/>
                </a:lnTo>
                <a:lnTo>
                  <a:pt x="103735" y="33341"/>
                </a:lnTo>
                <a:cubicBezTo>
                  <a:pt x="113305" y="20096"/>
                  <a:pt x="128693" y="12249"/>
                  <a:pt x="145038" y="12249"/>
                </a:cubicBezTo>
                <a:cubicBezTo>
                  <a:pt x="173173" y="12249"/>
                  <a:pt x="195987" y="35063"/>
                  <a:pt x="195987" y="63198"/>
                </a:cubicBezTo>
                <a:lnTo>
                  <a:pt x="195987" y="64193"/>
                </a:lnTo>
                <a:cubicBezTo>
                  <a:pt x="195987" y="107142"/>
                  <a:pt x="142435" y="157019"/>
                  <a:pt x="114491" y="178340"/>
                </a:cubicBezTo>
                <a:cubicBezTo>
                  <a:pt x="109745" y="181938"/>
                  <a:pt x="103926" y="183737"/>
                  <a:pt x="97993" y="183737"/>
                </a:cubicBezTo>
                <a:cubicBezTo>
                  <a:pt x="92060" y="183737"/>
                  <a:pt x="86203" y="181977"/>
                  <a:pt x="81495" y="178340"/>
                </a:cubicBezTo>
                <a:cubicBezTo>
                  <a:pt x="53552" y="157019"/>
                  <a:pt x="0" y="107142"/>
                  <a:pt x="0" y="64193"/>
                </a:cubicBezTo>
                <a:lnTo>
                  <a:pt x="0" y="63198"/>
                </a:lnTo>
                <a:cubicBezTo>
                  <a:pt x="0" y="35063"/>
                  <a:pt x="22814" y="12249"/>
                  <a:pt x="50949" y="12249"/>
                </a:cubicBezTo>
                <a:cubicBezTo>
                  <a:pt x="67294" y="12249"/>
                  <a:pt x="82682" y="20096"/>
                  <a:pt x="92252" y="33341"/>
                </a:cubicBezTo>
                <a:close/>
              </a:path>
            </a:pathLst>
          </a:custGeom>
          <a:solidFill>
            <a:srgbClr val="DA3832"/>
          </a:solidFill>
          <a:ln/>
        </p:spPr>
      </p:sp>
      <p:sp>
        <p:nvSpPr>
          <p:cNvPr id="31" name="Text 28"/>
          <p:cNvSpPr/>
          <p:nvPr/>
        </p:nvSpPr>
        <p:spPr>
          <a:xfrm>
            <a:off x="7407579" y="7144532"/>
            <a:ext cx="89827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E5E5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Love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 AI - Pitch Deck</dc:title>
  <dc:subject>Gesture AI - Pitch Deck</dc:subject>
  <dc:creator>Kimi</dc:creator>
  <cp:lastModifiedBy>Kimi</cp:lastModifiedBy>
  <cp:revision>1</cp:revision>
  <dcterms:created xsi:type="dcterms:W3CDTF">2026-03-10T09:06:51Z</dcterms:created>
  <dcterms:modified xsi:type="dcterms:W3CDTF">2026-03-10T09:06:51Z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{"Label":"Gesture AI - Pitch Deck","ContentProducer":"001191110108MACG2KBH8F10000","ProduceID":"19cd6f87-bab2-87df-8000-0000ef62dce1","ReservedCode1":"","ContentPropagator":"001191110108MACG2KBH8F20000","PropagateID":"19cd6f87-bab2-87df-8000-0000ef62dce1","ReservedCode2":""}</vt:lpwstr>
  </property>
</Properties>
</file>